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2D4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566928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PANDUAN TEKNIS &amp; SOP DEPLOYMENT PRODUCTION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601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Panduan Setting 3 Server Production (aaPanel)</a:t>
            </a:r>
          </a:p>
          <a:p>
            <a:pPr>
              <a:spcBef>
                <a:spcPts val="800"/>
              </a:spcBef>
              <a:defRPr sz="1800" b="1">
                <a:solidFill>
                  <a:srgbClr val="34D399"/>
                </a:solidFill>
              </a:defRPr>
            </a:pPr>
            <a:r>
              <a:t>Domain Resmi: https://esa-solution.id (23.511 Karyawan ESA Groups)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SOP Lengkap Konfigurasi LNMP, DNS Terpusat, SSL Wildcard, Supervisor Queue, &amp; Odoo 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389120"/>
            <a:ext cx="960120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CAKUPAN PANDUAN DEPLOYMENT PRODUCTION:</a:t>
            </a:r>
          </a:p>
          <a:p>
            <a:pPr>
              <a:spcBef>
                <a:spcPts val="300"/>
              </a:spcBef>
              <a:defRPr sz="1000">
                <a:solidFill>
                  <a:srgbClr val="FFFFFF"/>
                </a:solidFill>
              </a:defRPr>
            </a:pPr>
            <a:r>
              <a:t>1. Pemetaan 3 Server VPS (IP 38.103.170.222, .223, .224) &amp; Konfigurasi DNS Terpusat esa-solution.id</a:t>
            </a:r>
          </a:p>
          <a:p>
            <a:pPr>
              <a:spcBef>
                <a:spcPts val="200"/>
              </a:spcBef>
              <a:defRPr sz="1000">
                <a:solidFill>
                  <a:srgbClr val="38BDF8"/>
                </a:solidFill>
              </a:defRPr>
            </a:pPr>
            <a:r>
              <a:t>2. Setup LNMP (Nginx 1.24, PHP 8.2, PostgreSQL 15, Redis 7, Supervisor) &amp; Tuning php.ini</a:t>
            </a:r>
          </a:p>
          <a:p>
            <a:pPr>
              <a:spcBef>
                <a:spcPts val="200"/>
              </a:spcBef>
              <a:defRPr sz="1000">
                <a:solidFill>
                  <a:srgbClr val="34D399"/>
                </a:solidFill>
              </a:defRPr>
            </a:pPr>
            <a:r>
              <a:t>3. Setting Website, SSL Wildcard (*.subdomain), Deploy Laravel .env, Worker Queue &amp; Auto Odoo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DESAIN INFRASTRUKTUR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Topologi &amp; Pemetaan 3 Server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Pemisahan beban komputasi mandiri terhubung dalam domain utama esa-solution.id.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38404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SERVER 1: PT AMK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Single Entity (11.687 Karyawan)</a:t>
            </a:r>
          </a:p>
          <a:p>
            <a:pPr>
              <a:spcBef>
                <a:spcPts val="600"/>
              </a:spcBef>
              <a:defRPr sz="950">
                <a:solidFill>
                  <a:srgbClr val="FBBF24"/>
                </a:solidFill>
              </a:defRPr>
            </a:pPr>
            <a:r>
              <a:t>💻 8 vCPU | 16 GiB RAM | High Buffer</a:t>
            </a:r>
          </a:p>
          <a:p>
            <a:pPr>
              <a:spcBef>
                <a:spcPts val="400"/>
              </a:spcBef>
              <a:defRPr sz="900">
                <a:solidFill>
                  <a:srgbClr val="38BDF8"/>
                </a:solidFill>
              </a:defRPr>
            </a:pPr>
            <a:r>
              <a:t>Public IP: 38.103.170.222</a:t>
            </a:r>
            <a:br/>
            <a:r>
              <a:t>Gateway: 38.103.170.1 (Netmask /24)</a:t>
            </a:r>
          </a:p>
          <a:p>
            <a:pPr>
              <a:spcBef>
                <a:spcPts val="600"/>
              </a:spcBef>
              <a:defRPr sz="900">
                <a:solidFill>
                  <a:srgbClr val="34D399"/>
                </a:solidFill>
              </a:defRPr>
            </a:pPr>
            <a:r>
              <a:t>🌐 amk.esa-solution.id</a:t>
            </a:r>
            <a:br/>
            <a:r>
              <a:t>🌐 *.amk.esa-solution.id</a:t>
            </a:r>
            <a:br/>
            <a:r>
              <a:t>🌐 api.esa-solution.id (Gateway Mobile)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Web Admin &amp; API Engine PT AMK</a:t>
            </a:r>
            <a:br/>
            <a:r>
              <a:t>• Subdomain Portal Reporting Klien AMK</a:t>
            </a:r>
            <a:br/>
            <a:r>
              <a:t>• Background Odoo Sync Processor AMK</a:t>
            </a:r>
            <a:br/>
            <a:r>
              <a:t>• Single Entrypoint Discovery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38404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SERVER 2: PT AKP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Single Entity (4.400 Karyawan)</a:t>
            </a:r>
          </a:p>
          <a:p>
            <a:pPr>
              <a:spcBef>
                <a:spcPts val="600"/>
              </a:spcBef>
              <a:defRPr sz="950">
                <a:solidFill>
                  <a:srgbClr val="FBBF24"/>
                </a:solidFill>
              </a:defRPr>
            </a:pPr>
            <a:r>
              <a:t>💻 8 vCPU | 8 GiB RAM | High Perf</a:t>
            </a:r>
          </a:p>
          <a:p>
            <a:pPr>
              <a:spcBef>
                <a:spcPts val="400"/>
              </a:spcBef>
              <a:defRPr sz="900">
                <a:solidFill>
                  <a:srgbClr val="38BDF8"/>
                </a:solidFill>
              </a:defRPr>
            </a:pPr>
            <a:r>
              <a:t>Public IP: 38.103.170.223</a:t>
            </a:r>
            <a:br/>
            <a:r>
              <a:t>Gateway: 38.103.170.1 (Netmask /24)</a:t>
            </a:r>
          </a:p>
          <a:p>
            <a:pPr>
              <a:spcBef>
                <a:spcPts val="600"/>
              </a:spcBef>
              <a:defRPr sz="900">
                <a:solidFill>
                  <a:srgbClr val="34D399"/>
                </a:solidFill>
              </a:defRPr>
            </a:pPr>
            <a:r>
              <a:t>🌐 akp.esa-solution.id</a:t>
            </a:r>
            <a:br/>
            <a:r>
              <a:t>🌐 *.akp.esa-solution.id</a:t>
            </a:r>
            <a:br/>
            <a:r>
              <a:t>(Portal Reporting Klien AKP)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Web Admin &amp; API Engine PT AKP</a:t>
            </a:r>
            <a:br/>
            <a:r>
              <a:t>• Subdomain Portal Reporting Klien AKP</a:t>
            </a:r>
            <a:br/>
            <a:r>
              <a:t>• Background Odoo Sync Processor AKP</a:t>
            </a:r>
            <a:br/>
            <a:r>
              <a:t>• Offload Foto Presensi ke S3 Bucket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38404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SERVER 3: GABUNGAN (ATK, ATB, ABO)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Multi-Tenant (7.424 Karyawan)</a:t>
            </a:r>
          </a:p>
          <a:p>
            <a:pPr>
              <a:spcBef>
                <a:spcPts val="600"/>
              </a:spcBef>
              <a:defRPr sz="950">
                <a:solidFill>
                  <a:srgbClr val="FBBF24"/>
                </a:solidFill>
              </a:defRPr>
            </a:pPr>
            <a:r>
              <a:t>💻 8 vCPU | 8 GiB RAM | Multi-Tenant</a:t>
            </a:r>
          </a:p>
          <a:p>
            <a:pPr>
              <a:spcBef>
                <a:spcPts val="400"/>
              </a:spcBef>
              <a:defRPr sz="900">
                <a:solidFill>
                  <a:srgbClr val="38BDF8"/>
                </a:solidFill>
              </a:defRPr>
            </a:pPr>
            <a:r>
              <a:t>Public IP: 38.103.170.224*</a:t>
            </a:r>
            <a:br/>
            <a:r>
              <a:t>Gateway: 38.103.170.1 (Netmask /24)</a:t>
            </a:r>
          </a:p>
          <a:p>
            <a:pPr>
              <a:spcBef>
                <a:spcPts val="600"/>
              </a:spcBef>
              <a:defRPr sz="900">
                <a:solidFill>
                  <a:srgbClr val="34D399"/>
                </a:solidFill>
              </a:defRPr>
            </a:pPr>
            <a:r>
              <a:t>🌐 atk.esa-solution.id</a:t>
            </a:r>
            <a:br/>
            <a:r>
              <a:t>🌐 *.atk.esa-solution.id</a:t>
            </a:r>
            <a:br/>
            <a:r>
              <a:t>🌐 atb.esa-solution.id (Alias)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</a:defRPr>
            </a:pPr>
            <a:r>
              <a:t>• Web Admin &amp; API Engine 3 PT Gabungan</a:t>
            </a:r>
            <a:br/>
            <a:r>
              <a:t>• Multi-Tenant Schema Isolation</a:t>
            </a:r>
            <a:br/>
            <a:r>
              <a:t>• Background Odoo Sync ATK, ATB, ABO</a:t>
            </a:r>
            <a:br/>
            <a:r>
              <a:t>• Offload Foto Presensi ke S3 Bucket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⚡ KONTROL TOTAL &amp; ISOLASI BEBAN: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Setiap entitas memiliki komputasi dan database terisolasi. Jika terjadi lonjakan presensi di satu entitas, dua entitas lainnya tetap beroperasi 100% tanpa gangguan.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LANGKAH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Konfigurasi DNS Terpusat (esa-solution.id)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Cukup setting DNS di 1 tempat dashboard penyedia domain utama esa-solution.id.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39319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Routing ke SERVER 1 (PT AMK)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Target IP: 38.103.170.222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DAFTAR DNS RECORD WAJIB: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amk → 38.103.170.222</a:t>
            </a:r>
            <a:br/>
            <a:r>
              <a:t>  (Subdomain Utama PT AMK)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*.amk → 38.103.170.222</a:t>
            </a:r>
            <a:br/>
            <a:r>
              <a:t>  (Wildcard Portal Prinsiple AMK)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api → 38.103.170.222</a:t>
            </a:r>
            <a:br/>
            <a:r>
              <a:t>  (Mobile Gateway Discovery)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@ → 38.103.170.222</a:t>
            </a:r>
            <a:br/>
            <a:r>
              <a:t>  (Root Domain esa-solution.id)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39319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2. Routing ke SERVER 2 (PT AKP)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Target IP: 38.103.170.223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DAFTAR DNS RECORD WAJIB: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akp → 38.103.170.223</a:t>
            </a:r>
            <a:br/>
            <a:r>
              <a:t>  (Subdomain Utama PT AKP)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*.akp → 38.103.170.223</a:t>
            </a:r>
            <a:br/>
            <a:r>
              <a:t>  (Wildcard Portal Prinsiple AKP)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393192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3. Routing ke SERVER 3 (ATK / Gabungan)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Target IP: 38.103.170.224*</a:t>
            </a:r>
          </a:p>
          <a:p>
            <a:pPr>
              <a:spcBef>
                <a:spcPts val="800"/>
              </a:spcBef>
              <a:defRPr sz="900" b="1">
                <a:solidFill>
                  <a:srgbClr val="94A3B8"/>
                </a:solidFill>
              </a:defRPr>
            </a:pPr>
            <a:r>
              <a:t>DAFTAR DNS RECORD WAJIB: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atk → 38.103.170.224</a:t>
            </a:r>
            <a:br/>
            <a:r>
              <a:t>  (Subdomain Utama PT ATK)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*.atk → 38.103.170.224</a:t>
            </a:r>
            <a:br/>
            <a:r>
              <a:t>  (Wildcard Portal Prinsiple ATK)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Type A: atb → 38.103.170.224</a:t>
            </a:r>
            <a:br/>
            <a:r>
              <a:t>  (Alias Subdomain PT ATB)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💡 TIPS CLOUDFLARE: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Jika domain dikelola di Cloudflare, pastikan status Proxy dimatikan (menjadi DNS Only / Abu-abu) selama proses generate SSL Let's Encrypt Wildcard awal agar verifikasi sertifikat berhasil.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LANGKAH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Instalasi aaPanel &amp; LNMP Stack di 3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Lakukan langkah instalasi ini pada terminal SSH masing-masing VPS (Ubuntu 22.04 LTS).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LANGKAH 1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Instalasi aaPanel (SSH Terminal)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Jalankan one-line command resmi aaPanel via SSH console di ketiga server:</a:t>
            </a:r>
            <a:br/>
            <a:br/>
            <a:r>
              <a:t>`wget -O install.sh http://www.aapanel.com/script/install-ubuntu_6.0_en.sh &amp;&amp; sudo bash install.sh aapanel`</a:t>
            </a:r>
            <a:br/>
            <a:br/>
            <a:r>
              <a:t>Tekan 'y' untuk instalasi ke direktori /www. Catat URL panel, user, dan password login.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LANGKAH 2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Instalasi Paket LNMP (One-Click)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Saat pertama kali login web panel aaPanel, pilih paket LNMP (Fast):</a:t>
            </a:r>
            <a:br/>
            <a:r>
              <a:t>• Nginx 1.24+ (Web Server)</a:t>
            </a:r>
            <a:br/>
            <a:r>
              <a:t>• PHP 8.2 (Wajib untuk Laravel 11 &amp; Filament v3)</a:t>
            </a:r>
            <a:br/>
            <a:r>
              <a:t>• PostgreSQL 15 (atau MySQL 8.0)</a:t>
            </a:r>
            <a:br/>
            <a:r>
              <a:t>• phpPgAdmin / phpMyAdmin (Opsional)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LANGKAH 3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Aplikasi Tambahan (App Store)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Buka menu App Store di aaPanel masing-masing:</a:t>
            </a:r>
            <a:br/>
            <a:br/>
            <a:r>
              <a:t>1. Install Redis 7.0+:</a:t>
            </a:r>
            <a:br/>
            <a:r>
              <a:t>Untuk session storage ultra cepat, cache query, dan queue Redis.</a:t>
            </a:r>
            <a:br/>
            <a:br/>
            <a:r>
              <a:t>2. Install Supervisor Process Manager:</a:t>
            </a:r>
            <a:br/>
            <a:r>
              <a:t>Untuk menjalankan worker queue antrean background.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LANGKAH 3 (LANJUTAN)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Konfigurasi Ekstensi PHP 8.2 &amp; Tuning Performa php.ini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Masuk ke menu App Store &gt; PHP 8.2 &gt; Settings pada masing-masing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A. EKSTENSI WAJIB PHP 8.2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Buka tab 'Install extensions' dan klik install pada modul berikut: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fileinfo : Wajib untuk validasi MIME &amp; upload foto kamera selfie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redis : Wajib untuk koneksi cache session &amp; background queue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pgsql &amp; pdo_pgsql : Driver database PostgreSQL (atau pdo_mysql untuk MySQL)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gd / imagick : Wajib untuk kompresi foto kamera presensi agar ringan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zip : Wajib untuk engine export laporan Excel &amp; PDF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xml / xmlrpc : Wajib untuk koneksi sinkronisasi data karyawan ke Odoo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bcmath &amp; opcache : Optimasi komputasi angka &amp; kompilasi PHP maksimal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B. TUNING PARAMETER php.ini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Buka tab 'Configuration' dan sesuaikan parameter berikut untuk menangani traffic ribuan karyawan: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⚙️ memory_limit = 1024M</a:t>
            </a:r>
            <a:br/>
            <a:r>
              <a:t>   → Alokasi RAM cukup untuk export matriks laporan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⚙️ upload_max_filesize = 50M</a:t>
            </a:r>
            <a:br/>
            <a:r>
              <a:t>   → Maksimal ukuran file foto presensi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⚙️ post_max_size = 50M</a:t>
            </a:r>
            <a:br/>
            <a:r>
              <a:t>   → Maksimal payload POST data mobile request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⚙️ max_execution_time = 300</a:t>
            </a:r>
            <a:br/>
            <a:r>
              <a:t>   → Timeout 5 menit untuk job reporting berat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⚙️ max_input_time = 300</a:t>
            </a:r>
            <a:br/>
            <a:r>
              <a:t>   → Waktu parsing request input data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⚙️ max_input_vars = 5000</a:t>
            </a:r>
            <a:br/>
            <a:r>
              <a:t>   → Mencegah form input Filament terpotong</a:t>
            </a:r>
          </a:p>
          <a:p>
            <a:pPr>
              <a:spcBef>
                <a:spcPts val="1200"/>
              </a:spcBef>
              <a:defRPr sz="900" b="1">
                <a:solidFill>
                  <a:srgbClr val="FBBF24"/>
                </a:solidFill>
              </a:defRPr>
            </a:pPr>
            <a:r>
              <a:t>⚠️ PENTING: Klik tombol 'Save', lalu masuk ke tab 'Service' dan klik 'Restart' PHP 8.2 agar konfigurasi aktif.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LANGKAH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Setting Website, Document Root, &amp; SSL Let's Encrypt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Buat website pada menu Website &gt; Add site di masing-masing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29260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SERVER 1 (PT AMK)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Domain Name List:</a:t>
            </a:r>
            <a:br/>
            <a:r>
              <a:t>amk.esa-solution.id</a:t>
            </a:r>
            <a:br/>
            <a:r>
              <a:t>*.amk.esa-solution.id</a:t>
            </a:r>
            <a:br/>
            <a:r>
              <a:t>api.esa-solution.id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Root Directory:</a:t>
            </a:r>
            <a:br/>
            <a:r>
              <a:t>/www/wwwroot/att-admin-v12</a:t>
            </a:r>
          </a:p>
          <a:p>
            <a:pPr>
              <a:spcBef>
                <a:spcPts val="300"/>
              </a:spcBef>
              <a:defRPr sz="850">
                <a:solidFill>
                  <a:srgbClr val="38BDF8"/>
                </a:solidFill>
              </a:defRPr>
            </a:pPr>
            <a:r>
              <a:t>Database: db_esa_amk (PostgreSQL)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29260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SERVER 2 (PT AKP)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Domain Name List:</a:t>
            </a:r>
            <a:br/>
            <a:r>
              <a:t>akp.esa-solution.id</a:t>
            </a:r>
            <a:br/>
            <a:r>
              <a:t>*.akp.esa-solution.id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Root Directory:</a:t>
            </a:r>
            <a:br/>
            <a:r>
              <a:t>/www/wwwroot/att-admin-v12</a:t>
            </a:r>
          </a:p>
          <a:p>
            <a:pPr>
              <a:spcBef>
                <a:spcPts val="300"/>
              </a:spcBef>
              <a:defRPr sz="850">
                <a:solidFill>
                  <a:srgbClr val="38BDF8"/>
                </a:solidFill>
              </a:defRPr>
            </a:pPr>
            <a:r>
              <a:t>Database: db_esa_akp (PostgreSQL)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29260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SERVER 3 (GABUNGAN ATK/ATB/ABO)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</a:defRPr>
            </a:pPr>
            <a:r>
              <a:t>Domain Name List:</a:t>
            </a:r>
            <a:br/>
            <a:r>
              <a:t>atk.esa-solution.id</a:t>
            </a:r>
            <a:br/>
            <a:r>
              <a:t>*.atk.esa-solution.id</a:t>
            </a:r>
            <a:br/>
            <a:r>
              <a:t>atb.esa-solution.id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Root Directory:</a:t>
            </a:r>
            <a:br/>
            <a:r>
              <a:t>/www/wwwroot/att-admin-v12</a:t>
            </a:r>
          </a:p>
          <a:p>
            <a:pPr>
              <a:spcBef>
                <a:spcPts val="300"/>
              </a:spcBef>
              <a:defRPr sz="850">
                <a:solidFill>
                  <a:srgbClr val="38BDF8"/>
                </a:solidFill>
              </a:defRPr>
            </a:pPr>
            <a:r>
              <a:t>Database: db_esa_atk (PostgreSQL)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7373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050" b="1">
                <a:solidFill>
                  <a:srgbClr val="A855F7"/>
                </a:solidFill>
              </a:defRPr>
            </a:pPr>
            <a:r>
              <a:t>3 KONFIGURASI LANJUTAN WEBSITE (KLIK SETTING PADA NAMA WEBSITE DI AAPANEL):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1. Site Directory (Document Root): Ganti Running Directory dari '/' menjadi '/public' (Sangat Penting agar index.php terbaca).</a:t>
            </a:r>
          </a:p>
          <a:p>
            <a:pPr>
              <a:spcBef>
                <a:spcPts val="200"/>
              </a:spcBef>
              <a:defRPr sz="950">
                <a:solidFill>
                  <a:srgbClr val="38BDF8"/>
                </a:solidFill>
              </a:defRPr>
            </a:pPr>
            <a:r>
              <a:t>2. URL Rewrite: Pilih preset template 'laravel5' (atau isi: try_files $uri $uri/ /index.php?$query_string;) lalu Save.</a:t>
            </a:r>
          </a:p>
          <a:p>
            <a:pPr>
              <a:spcBef>
                <a:spcPts val="200"/>
              </a:spcBef>
              <a:defRPr sz="950">
                <a:solidFill>
                  <a:srgbClr val="34D399"/>
                </a:solidFill>
              </a:defRPr>
            </a:pPr>
            <a:r>
              <a:t>3. SSL Let's Encrypt: Buka tab SSL &gt; Let's Encrypt &gt; centang domain utama dan wildcard &gt; Apply &gt; Aktifkan toggle 'Force HTTPS'.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LANGKAH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Deploy Source Code Laravel &amp; Konfigurasi .env Per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Jalankan perintah ini di Terminal aaPanel masing-masing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27432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SERVER 1: PT AMK (.env)</a:t>
            </a:r>
          </a:p>
          <a:p>
            <a:pPr>
              <a:spcBef>
                <a:spcPts val="400"/>
              </a:spcBef>
              <a:defRPr sz="850">
                <a:solidFill>
                  <a:srgbClr val="FFFFFF"/>
                </a:solidFill>
              </a:defRPr>
            </a:pPr>
            <a:r>
              <a:t>CURRENT_SERVER_ID=server_1</a:t>
            </a:r>
            <a:br/>
            <a:r>
              <a:t>APP_URL=https://amk.esa-solution.id</a:t>
            </a:r>
            <a:br/>
            <a:r>
              <a:t>SERVER_GATEWAY_URL=https://api.esa-solution.id</a:t>
            </a:r>
            <a:br/>
            <a:r>
              <a:t>DB_DATABASE=db_esa_amk</a:t>
            </a:r>
            <a:br/>
            <a:r>
              <a:t>DB_CONNECTION=pgsql</a:t>
            </a:r>
            <a:br/>
            <a:r>
              <a:t>QUEUE_CONNECTION=redis</a:t>
            </a:r>
            <a:br/>
            <a:r>
              <a:t>CACHE_STORE=redis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27432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SERVER 2: PT AKP (.env)</a:t>
            </a:r>
          </a:p>
          <a:p>
            <a:pPr>
              <a:spcBef>
                <a:spcPts val="400"/>
              </a:spcBef>
              <a:defRPr sz="850">
                <a:solidFill>
                  <a:srgbClr val="FFFFFF"/>
                </a:solidFill>
              </a:defRPr>
            </a:pPr>
            <a:r>
              <a:t>CURRENT_SERVER_ID=server_2</a:t>
            </a:r>
            <a:br/>
            <a:r>
              <a:t>APP_URL=https://akp.esa-solution.id</a:t>
            </a:r>
            <a:br/>
            <a:r>
              <a:t>SERVER_GATEWAY_URL=https://akp.esa-solution.id</a:t>
            </a:r>
            <a:br/>
            <a:r>
              <a:t>DB_DATABASE=db_esa_akp</a:t>
            </a:r>
            <a:br/>
            <a:r>
              <a:t>DB_CONNECTION=pgsql</a:t>
            </a:r>
            <a:br/>
            <a:r>
              <a:t>QUEUE_CONNECTION=redis</a:t>
            </a:r>
            <a:br/>
            <a:r>
              <a:t>CACHE_STORE=redis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274320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SERVER 3: GABUNGAN (.env)</a:t>
            </a:r>
          </a:p>
          <a:p>
            <a:pPr>
              <a:spcBef>
                <a:spcPts val="400"/>
              </a:spcBef>
              <a:defRPr sz="850">
                <a:solidFill>
                  <a:srgbClr val="FFFFFF"/>
                </a:solidFill>
              </a:defRPr>
            </a:pPr>
            <a:r>
              <a:t>CURRENT_SERVER_ID=server_3</a:t>
            </a:r>
            <a:br/>
            <a:r>
              <a:t>APP_URL=https://atk.esa-solution.id</a:t>
            </a:r>
            <a:br/>
            <a:r>
              <a:t>SERVER_GATEWAY_URL=https://atk.esa-solution.id</a:t>
            </a:r>
            <a:br/>
            <a:r>
              <a:t>DB_DATABASE=db_esa_atk</a:t>
            </a:r>
            <a:br/>
            <a:r>
              <a:t>DB_CONNECTION=pgsql</a:t>
            </a:r>
            <a:br/>
            <a:r>
              <a:t>QUEUE_CONNECTION=redis</a:t>
            </a:r>
            <a:br/>
            <a:r>
              <a:t>CACHE_STORE=redis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920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URUTAN PERINTAH EKSEKUSI DI TERMINAL AAPANEL:</a:t>
            </a:r>
          </a:p>
          <a:p>
            <a:pPr>
              <a:spcBef>
                <a:spcPts val="300"/>
              </a:spcBef>
              <a:defRPr sz="850">
                <a:solidFill>
                  <a:srgbClr val="E2E8F0"/>
                </a:solidFill>
              </a:defRPr>
            </a:pPr>
            <a:r>
              <a:t>1. cd /www/wwwroot/att-admin-v12</a:t>
            </a:r>
            <a:br/>
            <a:r>
              <a:t>2. git clone https://github.com/digitalgalery-dgsoft/attendaceesa.git .</a:t>
            </a:r>
            <a:br/>
            <a:r>
              <a:t>3. composer install --no-dev --optimize-autoloader</a:t>
            </a:r>
            <a:br/>
            <a:r>
              <a:t>4. cp .env.example .env &amp;&amp; nano .env (sesuaikan nilai konfigurasi di atas)</a:t>
            </a:r>
            <a:br/>
            <a:r>
              <a:t>5. php artisan key:generate &amp;&amp; php artisan migrate --force &amp;&amp; php artisan storage:link</a:t>
            </a:r>
            <a:br/>
            <a:r>
              <a:t>6. php artisan optimize &amp;&amp; php artisan filament:optimize</a:t>
            </a:r>
            <a:br/>
            <a:r>
              <a:t>7. chown -R www:www /www/wwwroot/att-admin-v12 &amp;&amp; chmod -R 775 storage bootstrap/cache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LANGKAH 6 &amp;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Setting Supervisor Worker &amp; Cron Job Otomatis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Menjamin proses background, notifikasi, dan sinkronisasi Odoo berjalan tanpa henti.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A. SETTING SUPERVISOR (QUEUE WORKER REDIS)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Buka App Store &gt; Supervisor &gt; Setting &gt; Add Daemon: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Name: laravel-queue-worker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Run User: www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Run Dir: /www/wwwroot/att-admin-v12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Start Command: php artisan queue:work redis --sleep=3 --tries=3 --max-time=3600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Process Num: 4 (Server 1) atau 2 (Server 2 &amp; 3)</a:t>
            </a:r>
          </a:p>
          <a:p>
            <a:pPr>
              <a:spcBef>
                <a:spcPts val="800"/>
              </a:spcBef>
              <a:defRPr sz="900">
                <a:solidFill>
                  <a:srgbClr val="38BDF8"/>
                </a:solidFill>
              </a:defRPr>
            </a:pPr>
            <a:r>
              <a:t>Fungsi: Memproses push notification Firebase, antrean pengiriman email, dan kompresi background export report tanpa mengunci request HTTP web/mobile.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B. SETTING CRON JOB OTOMATIS (AAPANEL CRON)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Buka menu Cron di samping aaPanel, tambahkan 2 Task berikut: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TASK 1: Master Scheduler Laravel (Tiap 1 Menit)</a:t>
            </a:r>
            <a:br/>
            <a:r>
              <a:t>• Type: Shell Script</a:t>
            </a:r>
            <a:br/>
            <a:r>
              <a:t>• Name: Laravel Schedule Runner</a:t>
            </a:r>
            <a:br/>
            <a:r>
              <a:t>• Period: N Minutes → 1 Minute</a:t>
            </a:r>
            <a:br/>
            <a:r>
              <a:t>• Script:</a:t>
            </a:r>
            <a:br/>
            <a:r>
              <a:t>  cd /www/wwwroot/att-admin-v12 &amp;&amp; php artisan schedule:run &gt;&gt; /dev/null 2&gt;&amp;1</a:t>
            </a:r>
          </a:p>
          <a:p>
            <a:pPr>
              <a:spcBef>
                <a:spcPts val="800"/>
              </a:spcBef>
              <a:defRPr sz="900">
                <a:solidFill>
                  <a:srgbClr val="FBBF24"/>
                </a:solidFill>
              </a:defRPr>
            </a:pPr>
            <a:r>
              <a:t>TASK 2: Background Odoo Sync (Pukul 01:00 WIB)</a:t>
            </a:r>
            <a:br/>
            <a:r>
              <a:t>• Type: Shell Script</a:t>
            </a:r>
            <a:br/>
            <a:r>
              <a:t>• Name: Odoo Sync Auto Daily</a:t>
            </a:r>
            <a:br/>
            <a:r>
              <a:t>• Period: Day → Jam 1, Menit 0</a:t>
            </a:r>
            <a:br/>
            <a:r>
              <a:t>• Script:</a:t>
            </a:r>
            <a:br/>
            <a:r>
              <a:t>  cd /www/wwwroot/att-admin-v12 &amp;&amp; php artisan odoo:sync-employees &gt;&gt; /www/wwwroot/att-admin-v12/storage/logs/odoo_sync_cron.log 2&gt;&amp;1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LANGKAH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Dynamic Routing Mobile App &amp; Portal Prinsiple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Karyawan cukup login dengan NIK; klien prinsiple mengakses portal lewat subdomain.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A. DYNAMIC ROUTING MOBILE CLIENT</a:t>
            </a:r>
          </a:p>
          <a:p>
            <a:pPr>
              <a:spcBef>
                <a:spcPts val="400"/>
              </a:spcBef>
              <a:defRPr sz="850">
                <a:solidFill>
                  <a:srgbClr val="FFFFFF"/>
                </a:solidFill>
              </a:defRPr>
            </a:pPr>
            <a:r>
              <a:t>• 1. Single Gateway Entrypoint:</a:t>
            </a:r>
            <a:br/>
            <a:r>
              <a:t>  Aplikasi mobile di-build dengan domain tunggal https://api.esa-solution.id. Karyawan tidak perlu memilih server secara manual.</a:t>
            </a:r>
          </a:p>
          <a:p>
            <a:pPr>
              <a:spcBef>
                <a:spcPts val="400"/>
              </a:spcBef>
              <a:defRPr sz="850">
                <a:solidFill>
                  <a:srgbClr val="FFFFFF"/>
                </a:solidFill>
              </a:defRPr>
            </a:pPr>
            <a:r>
              <a:t>• 2. NIK &amp; Password Authentication:</a:t>
            </a:r>
            <a:br/>
            <a:r>
              <a:t>  Karyawan input kredensial. Gateway memeriksa NIK karyawan di master database dan mendeteksi entitas asalnya.</a:t>
            </a:r>
          </a:p>
          <a:p>
            <a:pPr>
              <a:spcBef>
                <a:spcPts val="400"/>
              </a:spcBef>
              <a:defRPr sz="850">
                <a:solidFill>
                  <a:srgbClr val="FFFFFF"/>
                </a:solidFill>
              </a:defRPr>
            </a:pPr>
            <a:r>
              <a:t>• 3. Dynamic Endpoint Storing:</a:t>
            </a:r>
            <a:br/>
            <a:r>
              <a:t>  Setelah verifikasi berhasil, server merespons dengan base URL server tujuan (amk, akp, atau atk) dan token autentikasi.</a:t>
            </a:r>
          </a:p>
          <a:p>
            <a:pPr>
              <a:spcBef>
                <a:spcPts val="400"/>
              </a:spcBef>
              <a:defRPr sz="850">
                <a:solidFill>
                  <a:srgbClr val="FFFFFF"/>
                </a:solidFill>
              </a:defRPr>
            </a:pPr>
            <a:r>
              <a:t>• 4. Direct High-Speed Traffic:</a:t>
            </a:r>
            <a:br/>
            <a:r>
              <a:t>  Seluruh request presensi GPS kamera, visit store, dan laporan selanjutnya langsung dikirim ke server tujuan tanpa melewati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B. PORTAL SUBDOMAIN PRINSIPLE / KLIEN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</a:defRPr>
            </a:pPr>
            <a:r>
              <a:t>Dengan wildcard DNS (*.amk, *.akp, *.atk), prinsiple langsung mengakses data tim sales mereka: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</a:defRPr>
            </a:pPr>
            <a:r>
              <a:t>🌐 https://dulux.amk.esa-solution.id</a:t>
            </a:r>
            <a:br/>
            <a:r>
              <a:t>→ Portal Reporting AkzoNobel / Dulux (PT AMK)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</a:defRPr>
            </a:pPr>
            <a:r>
              <a:t>🌐 https://wings.amk.esa-solution.id</a:t>
            </a:r>
            <a:br/>
            <a:r>
              <a:t>→ Portal Reporting Wings Group (PT AMK)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</a:defRPr>
            </a:pPr>
            <a:r>
              <a:t>🌐 https://fonterra.atk.esa-solution.id</a:t>
            </a:r>
            <a:br/>
            <a:r>
              <a:t>→ Portal Reporting Fonterra / Anchor (PT ATK)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</a:defRPr>
            </a:pPr>
            <a:r>
              <a:t>🌐 https://sidomuncul.akp.esa-solution.id</a:t>
            </a:r>
            <a:br/>
            <a:r>
              <a:t>→ Portal Reporting PT Sido Muncul (PT AKP)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</a:defRPr>
            </a:pPr>
            <a:r>
              <a:t>🌐 https://unilever.amk.esa-solution.id</a:t>
            </a:r>
            <a:br/>
            <a:r>
              <a:t>→ Portal Reporting Unilever FMCG (PT AMK)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</a:defRPr>
            </a:pPr>
            <a:r>
              <a:t>🌐 https://kalbe.atk.esa-solution.id</a:t>
            </a:r>
            <a:br/>
            <a:r>
              <a:t>→ Portal Reporting Divisi Kalbe Pharma (PT ATK)</a:t>
            </a:r>
          </a:p>
          <a:p>
            <a:pPr>
              <a:spcBef>
                <a:spcPts val="600"/>
              </a:spcBef>
              <a:defRPr sz="850">
                <a:solidFill>
                  <a:srgbClr val="FBBF24"/>
                </a:solidFill>
              </a:defRPr>
            </a:pPr>
            <a:r>
              <a:t>🔒 Strict Data Privacy: Klien hanya dapat melihat jadwal, rute kunjungan toko, dan laporan sales karyawan yang ditempatkan pada produk mereka.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VALIDASI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Checklist Kesiapan &amp; SOP Verifikasi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Pastikan seluruh komponen berikut terverifikasi sebelum dialihkan ke operasional penuh.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✅ 1. Verifikasi DNS Record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Pastikan amk, akp, atk, dan wildcard * sudah mengarah ke IP masing-masing server via tools `ping` atau `nslookup`.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✅ 2. Verifikasi Web &amp; SSL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Pastikan https://amk.esa-solution.id, akp, dan atk dapat dibuka di browser dengan gembok SSL hijau (Force HTTPS aktif).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212080" cy="132588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✅ 3. Verifikasi Database Migration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Pastikan perintah `php artisan migrate --force` sukses dan seluruh tabel karyawan, absensi, serta roster terbuat.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54680"/>
            <a:ext cx="5212080" cy="132588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✅ 4. Verifikasi Storage Link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Pastikan symlink `php artisan storage:link` terbentuk agar foto profil dan selfie presensi dapat diakses publik.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5212080" cy="132588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✅ 5. Verifikasi Queue Worker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Pastikan status `laravel-queue-worker` di menu Supervisor aaPanel berstatus RUNNING hijau.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5212080" cy="132588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✅ 6. Verifikasi Cron Scheduler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Pastikan `php artisan schedule:run` tercatat berjalan setiap 1 menit di log cron aaPanel.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