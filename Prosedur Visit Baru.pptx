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36C0-0172-6CDF-6F12-6AC5D845A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EE3F4-E720-0600-7FFC-B23BDB4AB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C8A5F-03FE-CE7C-A46F-6D7FF2B1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37FE-68B8-4DBF-8C7E-73F1F44742B5}" type="datetimeFigureOut">
              <a:rPr lang="id-ID" smtClean="0"/>
              <a:t>18/08/2026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95BAD-75CE-54DD-BACA-A16DE80D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9346A-3910-7EBB-141F-43C19D4D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87AA7-010B-429B-8CD8-3BDF9EEE17E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4009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2263D-E6A3-1383-2DC0-E06C1E342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A8CB9-F784-1DFE-4B1A-DD387C7F2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11C90-7C4B-D061-6B35-97DC7FF9F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37FE-68B8-4DBF-8C7E-73F1F44742B5}" type="datetimeFigureOut">
              <a:rPr lang="id-ID" smtClean="0"/>
              <a:t>18/08/2026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E8282-B900-7D37-A091-5F7026887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30BAE-BDD4-C804-3A94-F4922071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87AA7-010B-429B-8CD8-3BDF9EEE17E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4674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36190-50EC-4DC5-71E8-BC55C37E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28050-2715-63E4-4E3C-E9AA9611E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19B08-DF89-DAEC-0CAD-A61FD0561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37FE-68B8-4DBF-8C7E-73F1F44742B5}" type="datetimeFigureOut">
              <a:rPr lang="id-ID" smtClean="0"/>
              <a:t>18/08/2026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DFAF4-25F3-0E5F-9AE3-DB2E44A1D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3EB88-218E-F878-F6D7-F4A989D91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87AA7-010B-429B-8CD8-3BDF9EEE17E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13648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FB7B4-CE3C-C5A9-98FC-8A7C19D4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B0906-97B6-97BC-B3E2-B3EB39A0C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84DC2-9C06-50E2-5BD2-2604156B6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A7CC8-BFAA-2806-D514-7CCCBDD7B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37FE-68B8-4DBF-8C7E-73F1F44742B5}" type="datetimeFigureOut">
              <a:rPr lang="id-ID" smtClean="0"/>
              <a:t>18/08/2026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9AD8F-36D7-04E3-1A23-D6E85A75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2D90F-2009-A4B5-3A57-147857A5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87AA7-010B-429B-8CD8-3BDF9EEE17E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73409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569CC-EBAE-650E-F6B4-094510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22824-C037-3A5C-F06D-EDBB69826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87797-46DB-8032-372A-C73D0E337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3B25D4-9AEC-C38E-77B7-C38273D72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AD518-FDBF-E9B7-BEE4-B677A200E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16CB4-08E1-B9B7-04F6-193370BAF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37FE-68B8-4DBF-8C7E-73F1F44742B5}" type="datetimeFigureOut">
              <a:rPr lang="id-ID" smtClean="0"/>
              <a:t>18/08/2026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14B9F8-3619-3886-E302-BF7D75BB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DDA3B7-5F95-AAEC-BA47-679C9B12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87AA7-010B-429B-8CD8-3BDF9EEE17E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7357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E8A4-2947-D143-D704-AD141E201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57994-45B2-45E5-FF90-4DCBE8236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37FE-68B8-4DBF-8C7E-73F1F44742B5}" type="datetimeFigureOut">
              <a:rPr lang="id-ID" smtClean="0"/>
              <a:t>18/08/2026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01F85-4A24-A354-E592-B17837DE0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75135-A80B-9C25-19B9-7A1519901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87AA7-010B-429B-8CD8-3BDF9EEE17E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157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E1F77B-7A6B-D8EA-ACCF-867AE8D7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37FE-68B8-4DBF-8C7E-73F1F44742B5}" type="datetimeFigureOut">
              <a:rPr lang="id-ID" smtClean="0"/>
              <a:t>18/08/2026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712852-7F54-05F2-D168-8DC5859B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B7425-21C2-BD4C-E3F0-410FC0BF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87AA7-010B-429B-8CD8-3BDF9EEE17E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77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0F77-A8FB-483E-163D-08071BC89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AD569-857D-CC1B-3155-8FB164B6B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32754-3666-1995-9E2E-607B8E683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F2FDD-49E9-76E5-2A93-F841370C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37FE-68B8-4DBF-8C7E-73F1F44742B5}" type="datetimeFigureOut">
              <a:rPr lang="id-ID" smtClean="0"/>
              <a:t>18/08/2026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1D90B-C49B-9607-0106-7DF220CAC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5CBD7-1000-83B2-0C31-65184263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87AA7-010B-429B-8CD8-3BDF9EEE17E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3740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2AC6B-59B4-842B-8E04-AF590659C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59C4C-1D60-966C-5C6D-1C2DACF7E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F90A2-BD68-5309-93F3-8E22E8CAD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21DBB-B8A4-94DE-2059-A31C314B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37FE-68B8-4DBF-8C7E-73F1F44742B5}" type="datetimeFigureOut">
              <a:rPr lang="id-ID" smtClean="0"/>
              <a:t>18/08/2026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68CA2-8D73-FB83-5B8A-FEEB7EDA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8B5B8-8295-5470-51FC-5B13FB4B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87AA7-010B-429B-8CD8-3BDF9EEE17E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5901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77CB-828E-4818-6334-1A8B73B3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60FFA-A051-203E-7A2B-7581FCBA9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A7EDD-44F9-0B70-5D33-8E929AE4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37FE-68B8-4DBF-8C7E-73F1F44742B5}" type="datetimeFigureOut">
              <a:rPr lang="id-ID" smtClean="0"/>
              <a:t>18/08/2026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52B06-698D-3C70-FAE7-CC0A9529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D4EBF-2362-9129-6E4C-12B9210D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87AA7-010B-429B-8CD8-3BDF9EEE17E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2159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E77F5B-02EF-F766-873D-B82470943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47482-0AAF-D1BB-1DBA-763E68B7C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9DFCD-7E88-BA19-8DB5-0A86E737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37FE-68B8-4DBF-8C7E-73F1F44742B5}" type="datetimeFigureOut">
              <a:rPr lang="id-ID" smtClean="0"/>
              <a:t>18/08/2026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F3B2A-054F-3EB2-33D3-ACD8B9E2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8F242-4557-C23B-3F89-4F21DFE0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87AA7-010B-429B-8CD8-3BDF9EEE17E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14979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479836-B9B8-00CD-7473-ECC0625CD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27108-F020-F093-5691-C4B880A1C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38125-9D2C-0474-1CDE-7F8947A2D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437FE-68B8-4DBF-8C7E-73F1F44742B5}" type="datetimeFigureOut">
              <a:rPr lang="id-ID" smtClean="0"/>
              <a:t>18/08/2026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A169C-EC16-EF13-79B1-B06035371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E6E1D-2F40-54A2-859E-1184226F3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87AA7-010B-429B-8CD8-3BDF9EEE17E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5512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47DCC9F-7E02-DFEC-3E33-77C6263EB153}"/>
              </a:ext>
            </a:extLst>
          </p:cNvPr>
          <p:cNvGrpSpPr/>
          <p:nvPr/>
        </p:nvGrpSpPr>
        <p:grpSpPr>
          <a:xfrm>
            <a:off x="350404" y="138545"/>
            <a:ext cx="2830484" cy="6659296"/>
            <a:chOff x="350404" y="138545"/>
            <a:chExt cx="2830484" cy="66592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C07E9C9-2DFE-0223-1CBF-263A1F8EC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404" y="138545"/>
              <a:ext cx="2830484" cy="628996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CC2AA7-438C-722F-2D88-1DA2B141274A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Gambar.1.1</a:t>
              </a:r>
              <a:endParaRPr lang="id-ID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224E22B-8D18-E63C-0A41-93AD74D1FB0A}"/>
              </a:ext>
            </a:extLst>
          </p:cNvPr>
          <p:cNvGrpSpPr/>
          <p:nvPr/>
        </p:nvGrpSpPr>
        <p:grpSpPr>
          <a:xfrm>
            <a:off x="3265516" y="138545"/>
            <a:ext cx="2830483" cy="6659296"/>
            <a:chOff x="350404" y="138545"/>
            <a:chExt cx="2830483" cy="665929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BEF89E-15FC-B2BB-B382-328315FE5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5"/>
              <a:ext cx="2830483" cy="628996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80CD18-274E-3C41-814A-217AB377887F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Gambar.1.2</a:t>
              </a:r>
              <a:endParaRPr lang="id-ID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9879AA3-8049-C115-962F-111B1416228C}"/>
              </a:ext>
            </a:extLst>
          </p:cNvPr>
          <p:cNvGrpSpPr/>
          <p:nvPr/>
        </p:nvGrpSpPr>
        <p:grpSpPr>
          <a:xfrm>
            <a:off x="6180627" y="138546"/>
            <a:ext cx="2830483" cy="6659295"/>
            <a:chOff x="350404" y="138546"/>
            <a:chExt cx="2830483" cy="665929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8C95097-6140-D1C4-92B6-5203C3E52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6"/>
              <a:ext cx="2830483" cy="628996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AC03741-4A33-FF6B-08FF-E8CF9DB93AD6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Gambar.1.3</a:t>
              </a:r>
              <a:endParaRPr lang="id-ID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3B299B9-A9DE-34CE-AE68-B02AC7D40924}"/>
              </a:ext>
            </a:extLst>
          </p:cNvPr>
          <p:cNvGrpSpPr/>
          <p:nvPr/>
        </p:nvGrpSpPr>
        <p:grpSpPr>
          <a:xfrm>
            <a:off x="9095738" y="138546"/>
            <a:ext cx="2830482" cy="6659295"/>
            <a:chOff x="350404" y="138546"/>
            <a:chExt cx="2830482" cy="665929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482FF99-FBE7-1E6B-C4C0-333B0858F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6"/>
              <a:ext cx="2830482" cy="628996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0C02ED-9748-C677-D88F-705481EAAEE5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Gambar.1.4</a:t>
              </a:r>
              <a:endParaRPr lang="id-ID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4ED731B-6433-3093-5FF8-F9ADA5149238}"/>
              </a:ext>
            </a:extLst>
          </p:cNvPr>
          <p:cNvSpPr txBox="1"/>
          <p:nvPr/>
        </p:nvSpPr>
        <p:spPr>
          <a:xfrm>
            <a:off x="350404" y="3694545"/>
            <a:ext cx="28304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Tambahkan Form Pilih Lokasi Visit. Caranya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seperti di </a:t>
            </a:r>
            <a:r>
              <a:rPr lang="en-US" dirty="0" err="1"/>
              <a:t>versi</a:t>
            </a:r>
            <a:r>
              <a:rPr lang="en-US" dirty="0"/>
              <a:t> sebelumnya </a:t>
            </a:r>
            <a:r>
              <a:rPr lang="en-US" dirty="0" err="1"/>
              <a:t>yaitu</a:t>
            </a:r>
            <a:r>
              <a:rPr lang="en-US" dirty="0"/>
              <a:t> pilih Area dulu, </a:t>
            </a:r>
            <a:r>
              <a:rPr lang="en-US" dirty="0" err="1"/>
              <a:t>baru</a:t>
            </a:r>
            <a:r>
              <a:rPr lang="en-US" dirty="0"/>
              <a:t> pilih Work Location sesuai dengan Area yang dipilih. </a:t>
            </a:r>
            <a:r>
              <a:rPr lang="en-US" dirty="0" err="1"/>
              <a:t>Letakkan</a:t>
            </a:r>
            <a:r>
              <a:rPr lang="en-US" dirty="0"/>
              <a:t> sebelum pilih Brand / </a:t>
            </a:r>
            <a:r>
              <a:rPr lang="en-US" dirty="0" err="1"/>
              <a:t>Prinsipple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3993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A0272-B4C9-9EC2-8E37-F7A71DE7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F84E9C5-70D0-EB8A-45DC-507C4DAA4B1B}"/>
              </a:ext>
            </a:extLst>
          </p:cNvPr>
          <p:cNvGrpSpPr/>
          <p:nvPr/>
        </p:nvGrpSpPr>
        <p:grpSpPr>
          <a:xfrm>
            <a:off x="265776" y="138546"/>
            <a:ext cx="2830483" cy="6659296"/>
            <a:chOff x="350404" y="138545"/>
            <a:chExt cx="2830483" cy="665929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D03C25C-E1DE-D5C1-483A-E13897C0E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5"/>
              <a:ext cx="2830483" cy="628996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5533D4-E41E-CA15-B1DE-9D44DAB565F6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Gambar.1.2</a:t>
              </a:r>
              <a:endParaRPr lang="id-ID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9B3CDF-F53D-6E85-D157-9D4899112729}"/>
              </a:ext>
            </a:extLst>
          </p:cNvPr>
          <p:cNvGrpSpPr/>
          <p:nvPr/>
        </p:nvGrpSpPr>
        <p:grpSpPr>
          <a:xfrm>
            <a:off x="6180627" y="138546"/>
            <a:ext cx="2830483" cy="6659295"/>
            <a:chOff x="350404" y="138546"/>
            <a:chExt cx="2830483" cy="665929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FDEDDBB-55F1-5DE1-F492-D0696C4E5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6"/>
              <a:ext cx="2830483" cy="628996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C5CC18B-2FFB-4C54-4114-39324E31F2DD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Gambar.1.3</a:t>
              </a:r>
              <a:endParaRPr lang="id-ID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A148847-CC2F-EA40-2104-5E0128C8D86B}"/>
              </a:ext>
            </a:extLst>
          </p:cNvPr>
          <p:cNvGrpSpPr/>
          <p:nvPr/>
        </p:nvGrpSpPr>
        <p:grpSpPr>
          <a:xfrm>
            <a:off x="9095738" y="138546"/>
            <a:ext cx="2830482" cy="6659295"/>
            <a:chOff x="350404" y="138546"/>
            <a:chExt cx="2830482" cy="665929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7551E2F-9B20-8CD3-3AD1-E93955DA8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6"/>
              <a:ext cx="2830482" cy="628996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2156783-F205-1243-03E0-9FBC9C5BF60A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Gambar.1.4</a:t>
              </a:r>
              <a:endParaRPr lang="id-ID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EF10FC5-5A51-D0FB-3DAF-230C68610D7B}"/>
              </a:ext>
            </a:extLst>
          </p:cNvPr>
          <p:cNvSpPr txBox="1"/>
          <p:nvPr/>
        </p:nvSpPr>
        <p:spPr>
          <a:xfrm>
            <a:off x="3223201" y="138546"/>
            <a:ext cx="2830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Pilih Brand datanya diambil </a:t>
            </a:r>
            <a:r>
              <a:rPr lang="en-US" dirty="0" err="1"/>
              <a:t>dari</a:t>
            </a:r>
            <a:r>
              <a:rPr lang="en-US" dirty="0"/>
              <a:t> Master Prinsiple.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7992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46BD0-CAA6-EA7C-764A-B97F1831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6650C8B-E201-3FEC-6EAB-913CE8CE5EFB}"/>
              </a:ext>
            </a:extLst>
          </p:cNvPr>
          <p:cNvGrpSpPr/>
          <p:nvPr/>
        </p:nvGrpSpPr>
        <p:grpSpPr>
          <a:xfrm>
            <a:off x="350404" y="138545"/>
            <a:ext cx="2830483" cy="6659296"/>
            <a:chOff x="350404" y="138545"/>
            <a:chExt cx="2830483" cy="66592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09AC8D-8D32-8CBA-E0DF-A721296D0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5"/>
              <a:ext cx="2830483" cy="628996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0FFBDE-0FC5-7FA2-1DC1-22ED2D2156CD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Gambar.1.5</a:t>
              </a:r>
              <a:endParaRPr lang="id-ID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9F0A299-E1D3-9CEE-CD7B-C47AD9108BF1}"/>
              </a:ext>
            </a:extLst>
          </p:cNvPr>
          <p:cNvSpPr txBox="1"/>
          <p:nvPr/>
        </p:nvSpPr>
        <p:spPr>
          <a:xfrm>
            <a:off x="3417455" y="286327"/>
            <a:ext cx="86175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Setelah</a:t>
            </a:r>
            <a:r>
              <a:rPr lang="en-US" dirty="0"/>
              <a:t> Form Diisi semua tombol </a:t>
            </a:r>
            <a:r>
              <a:rPr lang="en-US" dirty="0" err="1"/>
              <a:t>Submitnya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2 Pilihan </a:t>
            </a:r>
            <a:r>
              <a:rPr lang="en-US" dirty="0" err="1"/>
              <a:t>yaitu</a:t>
            </a:r>
            <a:r>
              <a:rPr lang="en-US" dirty="0"/>
              <a:t> :</a:t>
            </a:r>
            <a:br>
              <a:rPr lang="en-US" dirty="0"/>
            </a:br>
            <a:r>
              <a:rPr lang="en-US" dirty="0"/>
              <a:t>1. Visit Now (langsung proses Visit In). Otomatis Visit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tersubmit</a:t>
            </a:r>
            <a:r>
              <a:rPr lang="en-US" dirty="0"/>
              <a:t> untuk Tanggal Hari ini.</a:t>
            </a:r>
          </a:p>
          <a:p>
            <a:r>
              <a:rPr lang="en-US" dirty="0"/>
              <a:t>2. Scheduled (</a:t>
            </a:r>
            <a:r>
              <a:rPr lang="en-US" dirty="0" err="1"/>
              <a:t>jadwalkan</a:t>
            </a:r>
            <a:r>
              <a:rPr lang="en-US" dirty="0"/>
              <a:t> Visit) </a:t>
            </a:r>
            <a:r>
              <a:rPr lang="en-US" dirty="0" err="1"/>
              <a:t>akan</a:t>
            </a:r>
            <a:r>
              <a:rPr lang="en-US" dirty="0"/>
              <a:t> muncul Tanggal inputan Untuk </a:t>
            </a:r>
            <a:r>
              <a:rPr lang="en-US" dirty="0" err="1"/>
              <a:t>Menjadwalkan</a:t>
            </a:r>
            <a:r>
              <a:rPr lang="en-US" dirty="0"/>
              <a:t> </a:t>
            </a:r>
            <a:r>
              <a:rPr lang="en-US" dirty="0" err="1"/>
              <a:t>Visitnya</a:t>
            </a:r>
            <a:r>
              <a:rPr lang="en-US" dirty="0"/>
              <a:t> </a:t>
            </a:r>
            <a:r>
              <a:rPr lang="en-US" dirty="0" err="1"/>
              <a:t>kapan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Setelah</a:t>
            </a:r>
            <a:r>
              <a:rPr lang="en-US" dirty="0"/>
              <a:t> proses Visit In, lanjut ke </a:t>
            </a:r>
            <a:r>
              <a:rPr lang="en-US" dirty="0" err="1"/>
              <a:t>halaman</a:t>
            </a:r>
            <a:r>
              <a:rPr lang="en-US" dirty="0"/>
              <a:t> Laporan Visit (Akan Tampil Terus sampai Visit Out) seperti </a:t>
            </a:r>
            <a:r>
              <a:rPr lang="en-US" dirty="0" err="1"/>
              <a:t>gambar</a:t>
            </a:r>
            <a:r>
              <a:rPr lang="en-US" dirty="0"/>
              <a:t> berikut ini :</a:t>
            </a:r>
          </a:p>
          <a:p>
            <a:endParaRPr lang="en-US" dirty="0"/>
          </a:p>
          <a:p>
            <a:r>
              <a:rPr lang="en-US" dirty="0"/>
              <a:t>Untuk Visit yang </a:t>
            </a:r>
            <a:r>
              <a:rPr lang="en-US" dirty="0" err="1"/>
              <a:t>dijadwalkan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Tampil Tombol Visit-in di Dashboard seperti </a:t>
            </a:r>
            <a:r>
              <a:rPr lang="en-US" dirty="0" err="1"/>
              <a:t>versi</a:t>
            </a:r>
            <a:r>
              <a:rPr lang="en-US" dirty="0"/>
              <a:t> </a:t>
            </a:r>
            <a:r>
              <a:rPr lang="en-US" dirty="0" err="1"/>
              <a:t>sebelumya</a:t>
            </a:r>
            <a:r>
              <a:rPr lang="en-US" dirty="0"/>
              <a:t>. Baru </a:t>
            </a:r>
            <a:r>
              <a:rPr lang="en-US" dirty="0" err="1"/>
              <a:t>setelah</a:t>
            </a:r>
            <a:r>
              <a:rPr lang="en-US" dirty="0"/>
              <a:t> user klik Visit-in </a:t>
            </a:r>
            <a:r>
              <a:rPr lang="en-US" dirty="0" err="1"/>
              <a:t>akan</a:t>
            </a:r>
            <a:r>
              <a:rPr lang="en-US" dirty="0"/>
              <a:t> diarahkan ke </a:t>
            </a:r>
            <a:r>
              <a:rPr lang="en-US" dirty="0" err="1"/>
              <a:t>halaman</a:t>
            </a:r>
            <a:r>
              <a:rPr lang="en-US" dirty="0"/>
              <a:t> Laporan Visit. Sama seperti </a:t>
            </a:r>
            <a:r>
              <a:rPr lang="en-US" dirty="0" err="1"/>
              <a:t>ketika</a:t>
            </a:r>
            <a:r>
              <a:rPr lang="en-US"/>
              <a:t> langsung klik Visit Now.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9127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07277-B1FF-090C-2D62-C3FF98733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CDF35B3-407A-74FC-C1B7-E4ADC47C23DC}"/>
              </a:ext>
            </a:extLst>
          </p:cNvPr>
          <p:cNvGrpSpPr/>
          <p:nvPr/>
        </p:nvGrpSpPr>
        <p:grpSpPr>
          <a:xfrm>
            <a:off x="350404" y="138546"/>
            <a:ext cx="2830483" cy="6659295"/>
            <a:chOff x="350404" y="138546"/>
            <a:chExt cx="2830483" cy="665929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0C0F9C3-430C-8771-D5F2-477E26A1A1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6"/>
              <a:ext cx="2830483" cy="628996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6357D31-0FA1-FD22-839A-FD54D6B1640E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Gambar.2.1</a:t>
              </a:r>
              <a:endParaRPr lang="id-ID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D1A1589-15A2-E387-EA96-F9DBC0A29BB6}"/>
              </a:ext>
            </a:extLst>
          </p:cNvPr>
          <p:cNvSpPr txBox="1"/>
          <p:nvPr/>
        </p:nvSpPr>
        <p:spPr>
          <a:xfrm>
            <a:off x="3417455" y="286327"/>
            <a:ext cx="56618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Setelah</a:t>
            </a:r>
            <a:r>
              <a:rPr lang="en-US" dirty="0"/>
              <a:t> proses Visit In, lanjut ke </a:t>
            </a:r>
            <a:r>
              <a:rPr lang="en-US" dirty="0" err="1"/>
              <a:t>halaman</a:t>
            </a:r>
            <a:r>
              <a:rPr lang="en-US" dirty="0"/>
              <a:t> Laporan Visit (Akan Tampil Terus sampai Visit Out) seperti </a:t>
            </a:r>
            <a:r>
              <a:rPr lang="en-US" dirty="0" err="1"/>
              <a:t>gambar</a:t>
            </a:r>
            <a:r>
              <a:rPr lang="en-US" dirty="0"/>
              <a:t> berikut ini :</a:t>
            </a:r>
          </a:p>
          <a:p>
            <a:endParaRPr lang="en-US" dirty="0"/>
          </a:p>
          <a:p>
            <a:r>
              <a:rPr lang="en-US" dirty="0" err="1"/>
              <a:t>Terdapat</a:t>
            </a:r>
            <a:r>
              <a:rPr lang="en-US" dirty="0"/>
              <a:t> form :</a:t>
            </a:r>
            <a:br>
              <a:rPr lang="en-US" dirty="0"/>
            </a:br>
            <a:r>
              <a:rPr lang="en-US" dirty="0"/>
              <a:t>1. </a:t>
            </a:r>
            <a:r>
              <a:rPr lang="en-US" dirty="0" err="1"/>
              <a:t>Bertemu</a:t>
            </a:r>
            <a:r>
              <a:rPr lang="en-US" dirty="0"/>
              <a:t> Dengan (text)</a:t>
            </a:r>
            <a:br>
              <a:rPr lang="en-US" dirty="0"/>
            </a:br>
            <a:r>
              <a:rPr lang="en-US" dirty="0"/>
              <a:t>2. Jabatan (text)</a:t>
            </a:r>
            <a:br>
              <a:rPr lang="en-US" dirty="0"/>
            </a:br>
            <a:r>
              <a:rPr lang="en-US" dirty="0"/>
              <a:t>Laporan </a:t>
            </a:r>
            <a:r>
              <a:rPr lang="en-US" dirty="0" err="1"/>
              <a:t>Kunjungan</a:t>
            </a:r>
            <a:r>
              <a:rPr lang="en-US" dirty="0"/>
              <a:t> / Visit</a:t>
            </a:r>
          </a:p>
          <a:p>
            <a:r>
              <a:rPr lang="en-US" dirty="0"/>
              <a:t>1. Apakah </a:t>
            </a:r>
            <a:r>
              <a:rPr lang="en-US" dirty="0" err="1"/>
              <a:t>ada</a:t>
            </a:r>
            <a:r>
              <a:rPr lang="en-US" dirty="0"/>
              <a:t> Issue (Ya / Tidak) Jika Ya. Maka </a:t>
            </a:r>
            <a:r>
              <a:rPr lang="en-US" dirty="0" err="1"/>
              <a:t>akan</a:t>
            </a:r>
            <a:r>
              <a:rPr lang="en-US" dirty="0"/>
              <a:t> tampil field </a:t>
            </a:r>
            <a:r>
              <a:rPr lang="en-US" dirty="0" err="1"/>
              <a:t>isu</a:t>
            </a:r>
            <a:r>
              <a:rPr lang="en-US" dirty="0"/>
              <a:t> seperti gambar.2.2. Jika tidak, Field </a:t>
            </a:r>
            <a:r>
              <a:rPr lang="en-US" dirty="0" err="1"/>
              <a:t>Isu</a:t>
            </a:r>
            <a:r>
              <a:rPr lang="en-US" dirty="0"/>
              <a:t> dan Action tidak </a:t>
            </a:r>
            <a:r>
              <a:rPr lang="en-US" dirty="0" err="1"/>
              <a:t>akan</a:t>
            </a:r>
            <a:r>
              <a:rPr lang="en-US" dirty="0"/>
              <a:t> tampil. </a:t>
            </a:r>
            <a:br>
              <a:rPr lang="en-US" dirty="0"/>
            </a:br>
            <a:r>
              <a:rPr lang="en-US" dirty="0"/>
              <a:t>2. next lanjut </a:t>
            </a:r>
            <a:r>
              <a:rPr lang="en-US" dirty="0" err="1"/>
              <a:t>pengisian</a:t>
            </a:r>
            <a:r>
              <a:rPr lang="en-US" dirty="0"/>
              <a:t> form laporan </a:t>
            </a:r>
            <a:r>
              <a:rPr lang="en-US" dirty="0" err="1"/>
              <a:t>lainya</a:t>
            </a:r>
            <a:r>
              <a:rPr lang="en-US" dirty="0"/>
              <a:t> seperti gambar.2.3 </a:t>
            </a:r>
            <a:r>
              <a:rPr lang="en-US" dirty="0" err="1"/>
              <a:t>dst</a:t>
            </a:r>
            <a:r>
              <a:rPr lang="en-US" dirty="0"/>
              <a:t> 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03E5B9-4DA6-B5FD-0DEE-E6F3F30D7148}"/>
              </a:ext>
            </a:extLst>
          </p:cNvPr>
          <p:cNvGrpSpPr/>
          <p:nvPr/>
        </p:nvGrpSpPr>
        <p:grpSpPr>
          <a:xfrm>
            <a:off x="9184985" y="138546"/>
            <a:ext cx="2830482" cy="6659295"/>
            <a:chOff x="350404" y="138546"/>
            <a:chExt cx="2830482" cy="665929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C988076-1711-0454-6649-5C303D606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6"/>
              <a:ext cx="2830482" cy="62899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9B044A-D878-E030-F5F9-D6A9E00CC4BD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Gambar.2.2</a:t>
              </a:r>
              <a:endParaRPr lang="id-ID" dirty="0"/>
            </a:p>
          </p:txBody>
        </p:sp>
      </p:grpSp>
    </p:spTree>
    <p:extLst>
      <p:ext uri="{BB962C8B-B14F-4D97-AF65-F5344CB8AC3E}">
        <p14:creationId xmlns:p14="http://schemas.microsoft.com/office/powerpoint/2010/main" val="3995888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795D1-2642-A687-8E3A-4322B5558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8536D46-30A3-262E-71F8-309519124325}"/>
              </a:ext>
            </a:extLst>
          </p:cNvPr>
          <p:cNvGrpSpPr/>
          <p:nvPr/>
        </p:nvGrpSpPr>
        <p:grpSpPr>
          <a:xfrm>
            <a:off x="350404" y="138546"/>
            <a:ext cx="2830482" cy="6659295"/>
            <a:chOff x="350404" y="138546"/>
            <a:chExt cx="2830482" cy="665929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1D022E-DDFE-5E19-ED55-B46DC1188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6"/>
              <a:ext cx="2830482" cy="628996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655913-E7ED-7920-73E1-736436920A0E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Gambar.2.3</a:t>
              </a:r>
              <a:endParaRPr lang="id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F31E14B-420E-3DA4-5957-AD6F78E6F122}"/>
              </a:ext>
            </a:extLst>
          </p:cNvPr>
          <p:cNvGrpSpPr/>
          <p:nvPr/>
        </p:nvGrpSpPr>
        <p:grpSpPr>
          <a:xfrm>
            <a:off x="3265518" y="138547"/>
            <a:ext cx="2830482" cy="6659294"/>
            <a:chOff x="350404" y="138547"/>
            <a:chExt cx="2830482" cy="665929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9899978-55B5-348E-12FF-8C91BE53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7"/>
              <a:ext cx="2830482" cy="628996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F9EFAA-9B89-B3F5-610B-E8738FF4EAC8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Gambar.2.4</a:t>
              </a:r>
              <a:endParaRPr lang="id-ID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E40D957-7600-3CCF-E7A0-C9BCEC34C593}"/>
              </a:ext>
            </a:extLst>
          </p:cNvPr>
          <p:cNvGrpSpPr/>
          <p:nvPr/>
        </p:nvGrpSpPr>
        <p:grpSpPr>
          <a:xfrm>
            <a:off x="6180634" y="138546"/>
            <a:ext cx="2830482" cy="6659294"/>
            <a:chOff x="350404" y="138547"/>
            <a:chExt cx="2830482" cy="665929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C9803EB-B2A5-9049-FF86-F6364D874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7"/>
              <a:ext cx="2830482" cy="628996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33B1C9-9CCC-B74E-601C-B8D680ADB535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Gambar.2.4</a:t>
              </a:r>
              <a:endParaRPr lang="id-ID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31777C-E7CA-0CE9-C631-EF4EC294068D}"/>
              </a:ext>
            </a:extLst>
          </p:cNvPr>
          <p:cNvGrpSpPr/>
          <p:nvPr/>
        </p:nvGrpSpPr>
        <p:grpSpPr>
          <a:xfrm>
            <a:off x="9095748" y="138546"/>
            <a:ext cx="2830482" cy="6659294"/>
            <a:chOff x="350404" y="138547"/>
            <a:chExt cx="2830482" cy="665929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5485113-92F5-C761-943D-00F2C7577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7"/>
              <a:ext cx="2830482" cy="628996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BB8B846-BE7E-300E-D663-74B71A55B04F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Gambar.2.5</a:t>
              </a:r>
              <a:endParaRPr lang="id-ID" dirty="0"/>
            </a:p>
          </p:txBody>
        </p:sp>
      </p:grpSp>
    </p:spTree>
    <p:extLst>
      <p:ext uri="{BB962C8B-B14F-4D97-AF65-F5344CB8AC3E}">
        <p14:creationId xmlns:p14="http://schemas.microsoft.com/office/powerpoint/2010/main" val="304774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B894D-A4FA-5C83-64AF-585B74EB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B36675B-1F36-085B-33F3-27FB2C230C92}"/>
              </a:ext>
            </a:extLst>
          </p:cNvPr>
          <p:cNvGrpSpPr/>
          <p:nvPr/>
        </p:nvGrpSpPr>
        <p:grpSpPr>
          <a:xfrm>
            <a:off x="350404" y="138547"/>
            <a:ext cx="2830482" cy="6659294"/>
            <a:chOff x="350404" y="138547"/>
            <a:chExt cx="2830482" cy="665929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58E46C7-CF06-7807-E7E6-4CD5A791D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04" y="138547"/>
              <a:ext cx="2830482" cy="628996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B49117-818D-A299-A115-98CAECB6A5B8}"/>
                </a:ext>
              </a:extLst>
            </p:cNvPr>
            <p:cNvSpPr txBox="1"/>
            <p:nvPr/>
          </p:nvSpPr>
          <p:spPr>
            <a:xfrm>
              <a:off x="969819" y="6428509"/>
              <a:ext cx="126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Gambar.2.6</a:t>
              </a:r>
              <a:endParaRPr lang="id-ID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6ABE753-3076-3C98-E6BA-7DDF9601BDB8}"/>
              </a:ext>
            </a:extLst>
          </p:cNvPr>
          <p:cNvSpPr txBox="1"/>
          <p:nvPr/>
        </p:nvSpPr>
        <p:spPr>
          <a:xfrm>
            <a:off x="3417454" y="286327"/>
            <a:ext cx="84241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Bagian Foto langsung </a:t>
            </a:r>
            <a:r>
              <a:rPr lang="en-US" dirty="0" err="1"/>
              <a:t>ambil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kamera. Tidak boleh browse foto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galery</a:t>
            </a:r>
            <a:r>
              <a:rPr lang="en-US" dirty="0"/>
              <a:t> HP. </a:t>
            </a:r>
          </a:p>
          <a:p>
            <a:r>
              <a:rPr lang="en-US" dirty="0"/>
              <a:t>Timer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terus</a:t>
            </a:r>
            <a:r>
              <a:rPr lang="en-US" dirty="0"/>
              <a:t> berjalan sampai laporan / visit-out di submit</a:t>
            </a:r>
          </a:p>
          <a:p>
            <a:r>
              <a:rPr lang="en-US" dirty="0"/>
              <a:t>Field </a:t>
            </a:r>
            <a:r>
              <a:rPr lang="en-US" dirty="0" err="1"/>
              <a:t>harus</a:t>
            </a:r>
            <a:r>
              <a:rPr lang="en-US" dirty="0"/>
              <a:t> terisi semua</a:t>
            </a:r>
          </a:p>
          <a:p>
            <a:r>
              <a:rPr lang="en-US" dirty="0"/>
              <a:t>Jika sudah diisi semua tombol Submit Laporan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diklik</a:t>
            </a:r>
            <a:r>
              <a:rPr lang="en-US" dirty="0"/>
              <a:t> dan otomatis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memproses</a:t>
            </a:r>
            <a:r>
              <a:rPr lang="en-US" dirty="0"/>
              <a:t> Visit-Out (</a:t>
            </a:r>
            <a:r>
              <a:rPr lang="en-US" dirty="0" err="1"/>
              <a:t>durasi</a:t>
            </a:r>
            <a:r>
              <a:rPr lang="en-US" dirty="0"/>
              <a:t> </a:t>
            </a:r>
            <a:r>
              <a:rPr lang="en-US" dirty="0" err="1"/>
              <a:t>kunjungan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terhitung)</a:t>
            </a:r>
          </a:p>
          <a:p>
            <a:endParaRPr lang="en-US" dirty="0"/>
          </a:p>
          <a:p>
            <a:r>
              <a:rPr lang="en-US" dirty="0"/>
              <a:t>Selamat proses Visit, tampilan aplikasi user </a:t>
            </a:r>
            <a:r>
              <a:rPr lang="en-US" dirty="0" err="1"/>
              <a:t>akan</a:t>
            </a:r>
            <a:r>
              <a:rPr lang="en-US" dirty="0"/>
              <a:t> menampilkan form Laporan Visit ini </a:t>
            </a:r>
            <a:r>
              <a:rPr lang="en-US" dirty="0" err="1"/>
              <a:t>terus</a:t>
            </a:r>
            <a:r>
              <a:rPr lang="en-US" dirty="0"/>
              <a:t> (</a:t>
            </a:r>
            <a:r>
              <a:rPr lang="en-US" dirty="0" err="1"/>
              <a:t>terkunci</a:t>
            </a:r>
            <a:r>
              <a:rPr lang="en-US" dirty="0"/>
              <a:t> di visit yang sedang </a:t>
            </a:r>
            <a:r>
              <a:rPr lang="en-US" dirty="0" err="1"/>
              <a:t>berlangsung</a:t>
            </a:r>
            <a:r>
              <a:rPr lang="en-US" dirty="0"/>
              <a:t>). Baru </a:t>
            </a:r>
            <a:r>
              <a:rPr lang="en-US" dirty="0" err="1"/>
              <a:t>jika</a:t>
            </a:r>
            <a:r>
              <a:rPr lang="en-US" dirty="0"/>
              <a:t> sudah melakukan Submit Laporan / Visit-out </a:t>
            </a:r>
            <a:r>
              <a:rPr lang="en-US" dirty="0" err="1"/>
              <a:t>akan</a:t>
            </a:r>
            <a:r>
              <a:rPr lang="en-US" dirty="0"/>
              <a:t> Kembali ke tampilan Dashboard. </a:t>
            </a:r>
          </a:p>
        </p:txBody>
      </p:sp>
    </p:spTree>
    <p:extLst>
      <p:ext uri="{BB962C8B-B14F-4D97-AF65-F5344CB8AC3E}">
        <p14:creationId xmlns:p14="http://schemas.microsoft.com/office/powerpoint/2010/main" val="268198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372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Abdurrahman Jamil</dc:creator>
  <cp:lastModifiedBy>Abdurrahman Jamil</cp:lastModifiedBy>
  <cp:revision>1</cp:revision>
  <dcterms:created xsi:type="dcterms:W3CDTF">2026-08-18T01:25:48Z</dcterms:created>
  <dcterms:modified xsi:type="dcterms:W3CDTF">2026-08-18T01:51:32Z</dcterms:modified>
</cp:coreProperties>
</file>