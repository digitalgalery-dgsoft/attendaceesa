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926080" cy="4114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INFRASTRUCTURE SIZING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Rekomendasi Spesifikasi Server</a:t>
            </a:r>
          </a:p>
          <a:p>
            <a:pPr>
              <a:spcBef>
                <a:spcPts val="800"/>
              </a:spcBef>
              <a:defRPr sz="2200">
                <a:solidFill>
                  <a:srgbClr val="0FA8C4"/>
                </a:solidFill>
              </a:defRPr>
            </a:pPr>
            <a:r>
              <a:t>Aplikasi Presensi &amp; Pelaporan Lapangan (ESA Groups)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Analisis Beban Kerja &amp; Rekomendasi Kapasitas untuk Kuota 23.511 Karyawan (3 Group Company)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Disusun untuk: Manajemen IT &amp; Stakeholder Operasional |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Rekapitulasi Kuota &amp; Pembagian 3 Group Company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Total Populasi: 23.511 Karyawan dengan estimasi konsentrasi beban tinggi pada jam sibuk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0F52BA"/>
                </a:solidFill>
              </a:defRPr>
            </a:pPr>
            <a:r>
              <a:t>GROUP 1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PT Arina Multi Karya</a:t>
            </a:r>
          </a:p>
          <a:p>
            <a:pPr>
              <a:spcBef>
                <a:spcPts val="800"/>
              </a:spcBef>
              <a:defRPr sz="2600" b="1">
                <a:solidFill>
                  <a:srgbClr val="0F52BA"/>
                </a:solidFill>
              </a:defRPr>
            </a:pPr>
            <a:r>
              <a:t>11.687 Karyawan</a:t>
            </a:r>
          </a:p>
          <a:p>
            <a:pPr>
              <a:spcBef>
                <a:spcPts val="1200"/>
              </a:spcBef>
              <a:defRPr sz="1150">
                <a:solidFill>
                  <a:srgbClr val="475569"/>
                </a:solidFill>
              </a:defRPr>
            </a:pPr>
            <a:r>
              <a:t>• Porsi: 49.7% dari total populasi</a:t>
            </a:r>
            <a:br/>
            <a:r>
              <a:t>• Peak RPS: 250 - 400 Request/detik</a:t>
            </a:r>
            <a:br/>
            <a:r>
              <a:t>• Karakteristik: Volume transaksi absensi, upload foto selfie, dan tracking live terbesar.</a:t>
            </a:r>
            <a:br/>
            <a:r>
              <a:t>• Kebutuhan: High-compute multi-core &amp; RAM besar untuk MySQL 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GROUP 2 (GABUNGAN 3 ENTITAS)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ATB + ATK + ABO</a:t>
            </a:r>
          </a:p>
          <a:p>
            <a:pPr>
              <a:spcBef>
                <a:spcPts val="800"/>
              </a:spcBef>
              <a:defRPr sz="2600" b="1">
                <a:solidFill>
                  <a:srgbClr val="7C3AED"/>
                </a:solidFill>
              </a:defRPr>
            </a:pPr>
            <a:r>
              <a:t>7.424 Karyawan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Rincian Entitas:</a:t>
            </a:r>
            <a:br/>
            <a:r>
              <a:t>  - PT Anugrah Talenta Berkarya: 2.915</a:t>
            </a:r>
            <a:br/>
            <a:r>
              <a:t>  - PT Anugrah Terpercaya Kerja: 2.804</a:t>
            </a:r>
            <a:br/>
            <a:r>
              <a:t>  - PT Abadi Berkat Odelia: 1.705</a:t>
            </a:r>
            <a:br/>
            <a:r>
              <a:t>• Porsi: 31.6% total populasi</a:t>
            </a:r>
            <a:br/>
            <a:r>
              <a:t>• Peak RPS: 160 - 250 Request/detik</a:t>
            </a:r>
            <a:br/>
            <a:r>
              <a:t>• Kebutuhan: Server multi-tenant handal.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GROUP 3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PT Alva Karya Perkasa</a:t>
            </a:r>
          </a:p>
          <a:p>
            <a:pPr>
              <a:spcBef>
                <a:spcPts val="800"/>
              </a:spcBef>
              <a:defRPr sz="2600" b="1">
                <a:solidFill>
                  <a:srgbClr val="10B981"/>
                </a:solidFill>
              </a:defRPr>
            </a:pPr>
            <a:r>
              <a:t>4.400 Karyawan</a:t>
            </a:r>
          </a:p>
          <a:p>
            <a:pPr>
              <a:spcBef>
                <a:spcPts val="1200"/>
              </a:spcBef>
              <a:defRPr sz="1150">
                <a:solidFill>
                  <a:srgbClr val="475569"/>
                </a:solidFill>
              </a:defRPr>
            </a:pPr>
            <a:r>
              <a:t>• Porsi: 18.7% dari total populasi</a:t>
            </a:r>
            <a:br/>
            <a:r>
              <a:t>• Peak RPS: 100 - 150 Request/detik</a:t>
            </a:r>
            <a:br/>
            <a:r>
              <a:t>• Karakteristik: Beban stabil, volume foto dan kunjungan sedang-ke-tinggi.</a:t>
            </a:r>
            <a:br/>
            <a:r>
              <a:t>• Kebutuhan: Standar VPS High Performance dengan RAM efisien.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EEF4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52BA"/>
                </a:solidFill>
              </a:defRPr>
            </a:pPr>
            <a:r>
              <a:t>⏱ Pola Beban Jam Sibuk (Peak Window): 06:30 - 08:30 WIB (Pagi) &amp; 16:30 - 18:30 WIB (Sore). Pada rentang jam ini, ribuan karyawan melakukan Check-in/out, pengunggahan foto selfie kamera, kalkulasi geofence GPS, dan live tracking serentak.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Rekomendasi Spesifikasi Server per Company Group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Spesifikasi Minimal (Cukup Berjalan) vs Spesifikasi IDEAL (Rekomendasi Produksi Skala Penuh)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Komponen Hardware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PT Arina Multi Karya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(11.687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Gabungan 3 PT (ATB+ATK+ABO)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(7.424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PT Alva Karya Perkasa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(4.400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vCPU /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8 vCPU (3.0+ GHz)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16 vCPU (EPYC/Xeon 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6 - 8 vCPU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10 - 12 vCPU (High Compute)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4 vCPU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8 vCPU (High Performance)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RAM (Memory)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32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(16G DB Buffer + 8G Redis + 8G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24 - 32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(12G DB Buffer + 6G Redis + 8G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8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(8G DB Buffer + 4G Redis + 4G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Penyimpanan (Storage)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250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500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200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350 - 500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250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Bandwidth &amp; Network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5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4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3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Karakteristik Beban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Sangat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(~250-400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(~160-250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Sedang -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(~100-150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t>*Catatan: Konfigurasi IDEAL sangat dianjurkan untuk menjamin ketiadaan lag/antrean pada database saat ribuan karyawan melakukan presensi serentak.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649</Words>
  <Application>Microsoft Office PowerPoint</Application>
  <PresentationFormat>Widescreen</PresentationFormat>
  <Paragraphs>71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Abdurrahman Jamil</dc:creator>
  <cp:keywords/>
  <dc:description>generated using python-pptx</dc:description>
  <cp:lastModifiedBy>Abdurrahman Jamil</cp:lastModifiedBy>
  <cp:revision>3</cp:revision>
  <dcterms:created xsi:type="dcterms:W3CDTF">2013-01-27T09:14:16Z</dcterms:created>
  <dcterms:modified xsi:type="dcterms:W3CDTF">2026-08-26T03:37:21Z</dcterms:modified>
  <cp:category/>
</cp:coreProperties>
</file>