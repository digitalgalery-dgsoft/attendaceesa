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411480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PROPOSAL INFRASTRUKTUR IT • AGUSTUS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Pengajuan Spesifikasi &amp; Biaya Server</a:t>
            </a:r>
          </a:p>
          <a:p>
            <a:pPr>
              <a:spcBef>
                <a:spcPts val="800"/>
              </a:spcBef>
              <a:defRPr sz="2000" b="1">
                <a:solidFill>
                  <a:srgbClr val="34D399"/>
                </a:solidFill>
              </a:defRPr>
            </a:pPr>
            <a:r>
              <a:t>Aplikasi Presensi &amp; Pelaporan Lapangan (ESA Groups)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Estimasi Anggaran 3 Server Produksi (Kapasitas 23.511 Karyawan) Berbasis Multiverse Ultra Spek Minimal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389120"/>
            <a:ext cx="96012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RANGKUMAN PENGAJUAN KEBUTUHAN SERVER: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3 Dedicated Cloud VPS terpisah untuk menjamin independensi, stabilitas data, dan bebas bottleneck antrean.</a:t>
            </a:r>
          </a:p>
          <a:p>
            <a:pPr>
              <a:spcBef>
                <a:spcPts val="200"/>
              </a:spcBef>
              <a:defRPr sz="1000" b="1">
                <a:solidFill>
                  <a:srgbClr val="38BDF8"/>
                </a:solidFill>
              </a:defRPr>
            </a:pPr>
            <a:r>
              <a:t>• Total Anggaran Bulanan: Rp 4.100.000 / bulan (Total 3 Server) • Sudah Termasuk Gratis 3x 100 GB Object Storage.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ANALISIS POPULASI &amp; BEBAN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Rekapitulasi Kuota &amp; Pembagian 3 Group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Total Populasi: 23.511 Karyawan aktif dengan estimasi konsentrasi beban tinggi pada jam sibuk presensi.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3749039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GROUP 1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PT Arina Multi Karya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</a:defRPr>
            </a:pPr>
            <a:r>
              <a:t>11.687 Karyawan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Porsi: 49.7% Total Populasi</a:t>
            </a:r>
            <a:br/>
            <a:r>
              <a:t>Peak Load: 250 - 400 Request / detik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Volume transaksi presensi selfie, geofence, tracking live, dan laporan sales terbesar.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3749039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GROUP 2 (GABUNGAN 3 ENTITAS)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ATB + ATK + ABO</a:t>
            </a:r>
          </a:p>
          <a:p>
            <a:pPr>
              <a:spcBef>
                <a:spcPts val="600"/>
              </a:spcBef>
              <a:defRPr sz="1800" b="1">
                <a:solidFill>
                  <a:srgbClr val="34D399"/>
                </a:solidFill>
              </a:defRPr>
            </a:pPr>
            <a:r>
              <a:t>7.424 Karyawan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Porsi: 31.6% Total Populasi</a:t>
            </a:r>
            <a:br/>
            <a:r>
              <a:t>Peak Load: 160 - 250 Request / detik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• PT Anugrah Talenta Berkarya: 2.915</a:t>
            </a:r>
            <a:br/>
            <a:r>
              <a:t>• PT Anugrah Terpercaya Kerja: 2.804</a:t>
            </a:r>
            <a:br/>
            <a:r>
              <a:t>• PT Abadi Berkat Odelia: 1.705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3749039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GROUP 3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PT Alva Karya Perkasa</a:t>
            </a:r>
          </a:p>
          <a:p>
            <a:pPr>
              <a:spcBef>
                <a:spcPts val="600"/>
              </a:spcBef>
              <a:defRPr sz="1800" b="1">
                <a:solidFill>
                  <a:srgbClr val="FBBF24"/>
                </a:solidFill>
              </a:defRPr>
            </a:pPr>
            <a:r>
              <a:t>4.400 Karyawan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Porsi: 18.7% Total Populasi</a:t>
            </a:r>
            <a:br/>
            <a:r>
              <a:t>Peak Load: 100 - 150 Request / detik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Beban kerja stabil dengan frekuensi kunjungan lapangan dan pelaporan presensi intensif.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⏱ POLA BEBAN JAM SIBUK (PEAK WINDOW): 06:30 - 08:30 WIB (Pagi) &amp; 16:30 - 18:30 WIB (Sore)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Pada rentang 2 jam tersebut terjadi lonjakan presensi selfie kamera, validasi geofence GPS, dan pelaporan kunjungan secara serentak sehingga pemisahan server mutlak diperlukan.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ESTIMASI BIAYA SERVER (SPEK MINIMAL)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Rekapitulasi Anggaran Server Berdasarkan Spesifikasi Minimal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Kombinasi 3 Unit Cloud VPS Multiverse Ultra yang siap menampung beban kerja 23.511 karyawan.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377440"/>
                <a:gridCol w="2377440"/>
                <a:gridCol w="20116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Komponen / Parameter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Server 1 (PT AMK)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Server 2 (ATB+ATK+ABO)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Server 3 (PT AKP)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Biaya (3 Server)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Target Populasi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11.687 Karyawan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7.424 Karyawan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4.400 Karyawan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BBF24"/>
                          </a:solidFill>
                        </a:defRPr>
                      </a:pPr>
                      <a:r>
                        <a:t>23.511 Karyawan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Processor (vCPU)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 Core (Rp 400.000)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 Core (Rp 400.000)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 Core (Rp 400.000)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BBF24"/>
                          </a:solidFill>
                        </a:defRPr>
                      </a:pPr>
                      <a:r>
                        <a:t>24 vCPU Core Total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Memory (RAM)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16 GB (Rp 800.000)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16 GB (Rp 800.000)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 GB (Rp 400.000)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BBF24"/>
                          </a:solidFill>
                        </a:defRPr>
                      </a:pPr>
                      <a:r>
                        <a:t>40 GB RAM Total</a:t>
                      </a:r>
                    </a:p>
                  </a:txBody>
                  <a:tcPr anchor="ctr">
                    <a:solidFill>
                      <a:srgbClr val="1420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Storage (NVMe SSD)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250 GB (Rp 375.000)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200 GB (Rp 300.000)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150 GB (Rp 225.000)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BBF24"/>
                          </a:solidFill>
                        </a:defRPr>
                      </a:pPr>
                      <a:r>
                        <a:t>600 GB NVMe Total</a:t>
                      </a:r>
                    </a:p>
                  </a:txBody>
                  <a:tcPr anchor="ctr">
                    <a:solidFill>
                      <a:srgbClr val="111C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Biaya per Bulan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Rp 1.575.000 / bln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Rp 1.500.000 / bln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Rp 1.025.000 / bln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4D399"/>
                          </a:solidFill>
                        </a:defRPr>
                      </a:pPr>
                      <a:r>
                        <a:t>Rp 4.100.000 / bln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TOTAL REKAPITULASI INVESTASI SERVER (3 UNIT):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Biaya Bulanan (3 Server): Rp 4.100.000 / bulan | Estimasi Biaya Tahunan (12 Bulan): Rp 49.200.000 / tahun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</a:defRPr>
            </a:pPr>
            <a:r>
              <a:t>• Termasuk Paket Bonus: Gratis 3x 100 GB Object Storage (Senilai Rp 300.000/bln) + Free 3x Domain .cloud (Senilai Rp 330.000)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DETAIL PENGAJUAN SERVER 1 (SINGLE ENTITY)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Server 1: PT Arina Multi Karya (11.687 Karyawan)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Server khusus untuk entitas terbesar dengan beban komputasi &amp; buffer database paling intensif.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7548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SPESIFIKASI MINIMAL MULTIVERSE ULTRA: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Processor (vCPU): 8 Core — Rp 400.000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(Menangani ~250-400 request/detik di jam presensi pagi/sore)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Memory (RAM): 16 GB — Rp 800.000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(Alokasi: 8GB MySQL Buffer + 4GB Redis Cache + 4GB PHP Engine)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Penyimpanan: 250 GB NVMe SSD — Rp 375.000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(Kecepatan I/O tinggi untuk logging absensi &amp; report harian)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Bonus Paket: Gratis 100 GB Object Storage — Senilai Rp 100.000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(Untuk offload foto selfie &amp; evidence pelaporan)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Domain Bonus: Free .Cloud Domain — Senilai Rp 110.000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(Nama domain resmi portal absensi)</a:t>
            </a:r>
          </a:p>
          <a:p>
            <a:pPr>
              <a:spcBef>
                <a:spcPts val="1400"/>
              </a:spcBef>
              <a:defRPr sz="1200" b="1">
                <a:solidFill>
                  <a:srgbClr val="34D399"/>
                </a:solidFill>
              </a:defRPr>
            </a:pPr>
            <a:r>
              <a:t>TOTAL BIAYA SERVER 1: Rp 1.575.000 / bulan (Rp 18.900.000 / tahun)</a:t>
            </a:r>
          </a:p>
        </p:txBody>
      </p:sp>
      <p:pic>
        <p:nvPicPr>
          <p:cNvPr id="7" name="Picture 6" descr="media_1787715525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645920"/>
            <a:ext cx="347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DETAIL PENGAJUAN SERVER 2 (MULTI-TENANT)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Server 2: Gabungan 3 PT (ATB + ATK + ABO - 7.424 Karyawan)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Server multi-tenant terisolasi untuk 3 entitas dengan volume transaksi tinggi.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7548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SPESIFIKASI MINIMAL MULTIVERSE ULTRA: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Processor (vCPU): 8 Core — Rp 400.000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(Menangani ~160-250 request/detik gabungan 3 perusahaan)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Memory (RAM): 16 GB — Rp 800.000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(Alokasi: 8GB Database Buffer + 4GB Redis + 4GB App Pool)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Penyimpanan: 200 GB NVMe SSD — Rp 300.000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(Kapasitas ideal untuk multi-database schema 3 PT)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Bonus Paket: Gratis 100 GB Object Storage — Senilai Rp 100.000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(Penyimpanan foto selfie &amp; bukti kunjungan toko)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Domain Bonus: Free .Cloud Domain — Senilai Rp 110.000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(Nama domain portal terpadu 3 entitas)</a:t>
            </a:r>
          </a:p>
          <a:p>
            <a:pPr>
              <a:spcBef>
                <a:spcPts val="1400"/>
              </a:spcBef>
              <a:defRPr sz="1200" b="1">
                <a:solidFill>
                  <a:srgbClr val="34D399"/>
                </a:solidFill>
              </a:defRPr>
            </a:pPr>
            <a:r>
              <a:t>TOTAL BIAYA SERVER 2: Rp 1.500.000 / bulan (Rp 18.000.000 / tahun)</a:t>
            </a:r>
          </a:p>
        </p:txBody>
      </p:sp>
      <p:pic>
        <p:nvPicPr>
          <p:cNvPr id="7" name="Picture 6" descr="media_17877155389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645920"/>
            <a:ext cx="347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DETAIL PENGAJUAN SERVER 3 (SINGLE ENTITY)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Server 3: PT Alva Karya Perkasa (4.400 Karyawan)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Server efisien berkecepatan tinggi untuk operasional presensi &amp; reporting PT AKP.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7548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SPESIFIKASI MINIMAL MULTIVERSE ULTRA: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Processor (vCPU): 8 Core — Rp 400.000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(Menangani ~100-150 request/detik secara stabil &amp; responsif)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Memory (RAM): 8 GB — Rp 400.000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(Alokasi: 4GB Database Buffer + 2GB Redis + 2GB App Engine)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Penyimpanan: 150 GB NVMe SSD — Rp 225.000 / bln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(Storage NVMe super cepat untuk transaksi data presensi)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Bonus Paket: Gratis 100 GB Object Storage — Senilai Rp 100.000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(Media storage foto presensi &amp; dokumen kunjungan)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Domain Bonus: Free .Cloud Domain — Senilai Rp 110.000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(Domain khusus portal presensi PT AKP)</a:t>
            </a:r>
          </a:p>
          <a:p>
            <a:pPr>
              <a:spcBef>
                <a:spcPts val="1400"/>
              </a:spcBef>
              <a:defRPr sz="1200" b="1">
                <a:solidFill>
                  <a:srgbClr val="34D399"/>
                </a:solidFill>
              </a:defRPr>
            </a:pPr>
            <a:r>
              <a:t>TOTAL BIAYA SERVER 3: Rp 1.025.000 / bulan (Rp 12.300.000 / tahun)</a:t>
            </a:r>
          </a:p>
        </p:txBody>
      </p:sp>
      <p:pic>
        <p:nvPicPr>
          <p:cNvPr id="7" name="Picture 6" descr="media_17877155788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645920"/>
            <a:ext cx="347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STRATEGI ARSITEKTUR &amp; REKOMENDASI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Keuntungan Strategis Pemisahan 3 Server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Menjamin performa puncak, keamanan data, dan kehandalan operasional jangka panjang.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🛡️ Isolasi Data &amp; Keamanan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Database dan file tiap grup terpisah secara fisik. Mencegah kebocoran data antar entitas dan mematuhi standar kepatuhan privasi data karyawan.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⚡ Bebas Antrean (Zero Bottleneck)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Lonjakan presensi ribuan karyawan di PT AMK tidak akan mempengaruhi kelancaran sistem di PT AKP maupun ATB. Sistem memiliki fault-tolerance tinggi.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📈 Fleksibilitas Upgrade Mandiri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Jika salah satu entitas menambah ribuan karyawan baru, kapasitas RAM/CPU/Storage server tersebut dapat di-upgrade instan tanpa mengganggu server lain.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💾 Efisiensi Biaya Storage (S3)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Foto selfie dan evidence kunjungan langsung disimpan di Object Storage (Gratis 3x 100 GB), menjaga disk NVMe tetap bersih dan performa query selalu cepat.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