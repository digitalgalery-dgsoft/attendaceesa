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0" r:id="rId4"/>
    <p:sldId id="257" r:id="rId5"/>
    <p:sldId id="260" r:id="rId6"/>
    <p:sldId id="271" r:id="rId7"/>
    <p:sldId id="259" r:id="rId8"/>
    <p:sldId id="261" r:id="rId9"/>
    <p:sldId id="262" r:id="rId10"/>
    <p:sldId id="263" r:id="rId11"/>
    <p:sldId id="264" r:id="rId12"/>
    <p:sldId id="266" r:id="rId13"/>
    <p:sldId id="268" r:id="rId14"/>
    <p:sldId id="269" r:id="rId15"/>
    <p:sldId id="265" r:id="rId16"/>
    <p:sldId id="267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4A38-DC13-0434-E455-2DFE460D5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59C59-9EE9-DAF4-2450-55B8A20AE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A5F9-40EE-C3B4-274F-9C7E4C15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FE60-67AF-EDE4-4A50-C73CBC6A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AE31-5F3E-721E-022A-3A0671B0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680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7ECB-E440-117B-0A97-F0F886DD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0A3C8-4966-5FB0-1B48-AA2CB6CAB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AB3D2-8142-986A-CD3F-EB886ED6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2BECF-BBD5-1083-96B6-1CFB05AE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4A06-D8CC-F8FA-BA51-59F993B9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952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5FE7-844D-B4BC-B0DE-294A0B44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98D7D-61B3-8849-7536-A01574F48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8F97F-9245-1F4B-7315-EF20DA1D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0478-1D20-76E2-BC85-3280E9B4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1C9FF-0BB1-2525-9580-7BAB0DEA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779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F278-B26A-CEDC-85AC-D0B0388A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58492-73C0-D33B-DB02-5CCEE0803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B5272-B286-D8F5-5265-A4044B42E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C499-3635-E5C1-E3F9-53EFAB01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DA7A-4FD9-FDCE-DE17-E2517E41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DA825-8622-E06C-EFA6-D0D4E6AC5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272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6E92-4089-0A75-1B18-DC9DD897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DAC97-D581-A3B3-E36C-8EC54450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0B8D8-68B6-F310-C876-CB3B7B580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452EB-5962-97D7-1A9E-F3B2DBD67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D37393-4DC9-8D14-0897-75F1599DE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52A4D-49FD-B817-3CEE-7BFD60C8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B65D0-D001-B154-8A78-3E09FBB5A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0A4417-241F-75EA-DEEE-53B71D20E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017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6755-0038-D483-DCDA-32277FADD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E3BB5-7C5E-104A-041B-6BA71A3F0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EEB02-AA3E-CC5F-F17C-1D326CF5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B5D22-C53C-5A6B-116D-BD93E972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407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2681A-F17A-404A-5EA3-D18380D0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E1E02-CA22-DD6A-1058-D99002F2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F7347-57FA-C6AE-1493-CDE0A9DF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896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8AA5-8D01-2EA1-BAD1-D1B7BC07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6F0F-2753-B1A9-CA4F-A119F3E0C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A09E0-0B2C-14D2-5A2E-3899C8B80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1032A-1E77-3D35-4165-37E1F4EB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4339B-F696-FC36-1748-C9906F9A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48D5C-E811-E888-B07D-E302087D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754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81F6-E2B9-DBA3-B569-687A65CB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5D957-5B4C-F13A-EA19-8480FC146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CCA4-EEEF-0061-AE0F-FBD244435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55E0B-33E6-B282-A393-19A2B227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2A05F-4536-989E-5183-C0537CE9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6B389-ABBC-A7C8-336A-CA91694F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485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D709-F777-7E13-E494-7E44FC95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4D0F0-76BC-274E-942C-1AE7E5443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269B-0C16-89B2-29A7-3A4345E3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C287D-241C-2CD5-CBAB-595F3E2DA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F3B3-981C-64B0-A57A-A092B464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078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91B3E-4BBB-25FD-E86F-AE93EEC64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ADCE7-5B67-5E55-D1AA-8B151E65C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0EB7E-8EDA-0C19-6674-542D8EA6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06950-440D-6D72-5943-83872A2C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1F18-F617-87BF-9EB1-7A8FC691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758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1616C-5B85-1C64-FA56-068E91C6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A8C83-4C81-4B28-F581-144591A42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EA928-D98F-B904-73DF-FC865CC76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6F999-598A-4D21-9327-E7076826936A}" type="datetimeFigureOut">
              <a:rPr lang="en-ID" smtClean="0"/>
              <a:t>24/08/2026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A1E4F-4EBE-10D1-0BC7-35A6E914F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24B21-4483-632A-35F1-61EF07F9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26768-9131-401B-9D4B-3FCCD1C3C0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631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762E97-C79F-A030-306A-BCE789C6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DB881D2-7829-1557-4EFD-961081D00F9F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EFEC2DD8-DC38-7D0C-3360-B852752FAFBD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5147143F-25AC-3D8D-F27A-B552EA63B1F0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2D5B4A1D-3FD5-43E3-20F3-D6A96E8296AE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6BFA3F54-301F-4023-640D-FFB1F9A6DACC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364D4-080A-778F-8FC6-303644E0A3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708" y="2234330"/>
            <a:ext cx="3581400" cy="1276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A3B7A-E707-299E-C8FE-25FC96156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892" y="1967630"/>
            <a:ext cx="25241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20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6BCF-3312-2C6D-55FA-49AC73E6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0038D2B-9CB2-1CC1-14F5-4DEA2025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7C0C4D9-06CA-C890-6271-ED8C12CCE8AA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43763639-9F37-5878-632E-526F1F4045FC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A757DC7F-D4D6-6E82-9CE7-AB58BEF934C1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85A281FA-56A8-F1AC-5B81-993DF72389DC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7B49B920-3302-D7C9-A799-E270B254BB2A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372DBFD7-985F-D43B-7387-64323017329E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–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1EDCD-08B4-B73B-A052-0800AEB01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46" y="1003538"/>
            <a:ext cx="11262469" cy="470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0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2B0F-6A5B-5D49-B374-CA85B313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FD07E38-0EED-091A-6E2B-EC61E5F4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26812E0-AE04-82E6-FB4E-DA66856F25DE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30767445-0AAD-13CD-ABA9-4010E1B75345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5A73567C-1D2A-0B4E-0B78-59BA5A925B6A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395A9BD7-F21D-C4FE-AF47-7FD200337BE7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8413329-B8A1-F297-ADFC-309F55BCA829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3DF2312-B8A4-6E12-A04A-E329FFC73C75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- Dashboard</a:t>
            </a:r>
            <a:endParaRPr lang="en-ID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7CEF2-FEBE-C097-8757-B4D512FEB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19" y="1038822"/>
            <a:ext cx="11259844" cy="2894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061E2-B25E-EC3B-8950-7E549CEB0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19" y="3608547"/>
            <a:ext cx="11186468" cy="265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3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5B68-39A5-5045-80D4-8056A03D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2D29F49-F749-F9D4-F5AB-78BCAC1E0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C224087-1B41-9E7C-BF77-EA5E293A5240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5B7E9561-398F-1CFC-A941-230EEEC7AEEF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DC062EF0-5737-2043-6AF7-1904E8B4BDC6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43251DFE-365B-A723-D93F-C2E0D9961400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50BF1F86-E737-69A1-2374-EE688D6FF9B6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6707D9B9-767C-1879-BE79-F66212BEC93C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- Dashboard</a:t>
            </a:r>
            <a:endParaRPr lang="en-ID" sz="4800" b="1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EC5A2-A5D7-C5B3-4C10-5F57D8F71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47" y="963817"/>
            <a:ext cx="11202838" cy="373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0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216D-83C6-5F15-C7C5-92F4C850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EFEA8A-419C-A1F4-913D-68ED8A6C0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4959A01-CEA7-2894-1DF9-9CBC042DCD36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ADE41FED-9D18-A665-DBD5-6C7F17701AD6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9D7FAAAB-DA08-0E03-8C5C-557D2EAD6100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6913F29F-4F09-F6F6-CCE4-4C64E9455C36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9645C32A-A297-5AC2-68AC-A850717297B4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A3A9A07F-D5BF-23BB-4070-A84ED8EA4AC6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– Check in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14F8F-F281-A888-AA53-E0C00AE28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76" y="963817"/>
            <a:ext cx="2423504" cy="4893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CCA8E3-C4A7-44CA-B22E-DEEB06A13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870" y="963817"/>
            <a:ext cx="2567184" cy="4893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344CFA-2A04-2C78-FD31-7F221D5B4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944" y="986778"/>
            <a:ext cx="2567184" cy="487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5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6B554-97F8-D155-49B4-B4C6D1A5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E350289-D77B-21EB-9A33-FD2351456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74B8CB6-1E68-266A-9073-3DB830A86519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30D9ACDE-5328-9E66-B65C-991663A22D4B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5D2C0F4A-C18D-B962-D3CF-B736162A3B94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F030FB44-E3EB-ECAB-60F1-322D51A2FB7C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8CD385E-0BBC-2063-9142-202659772EAA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0A60177F-DDCA-CB18-CE0A-F2E4C180FF5A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– Itinerary</a:t>
            </a:r>
            <a:endParaRPr lang="en-ID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A590C-A92A-22E9-CD97-4F7BC1DBF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100" y="1461022"/>
            <a:ext cx="2862289" cy="4258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012FB8-7E73-48BD-CCFC-1C6AB23B1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965" y="1430601"/>
            <a:ext cx="2731025" cy="430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6FDF-7BE7-CAAA-5C23-7FA2C9C3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2FEFB23-D3D4-E695-2DAF-5DB4F492B3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059B16-F5BF-7859-9B92-919ED1C7D3E3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D7A71BB2-6DB4-6308-3F99-4D87E3C17BEB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FD35D095-07D2-A70A-C6CB-B96B8361FEAB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D35EC2EC-B405-A9CD-5AD2-75E08ED7CEEE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224D9AAF-24CC-7C76-5AEB-42053C69335F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6B1F5CA6-EE7F-6AD5-8692-EDF774D73857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- Permit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1877C-51F1-E1A7-01BD-51CEC9F31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65" y="963817"/>
            <a:ext cx="3346039" cy="4742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C6720-5E5C-42D6-DCB7-E5A87E3C0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749" y="963817"/>
            <a:ext cx="3122808" cy="517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5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B756-D43B-0F66-6973-BBC6A79F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2C3F38A-C5C9-3F17-6EB3-B7A69BA39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2500CBA-D566-C298-DD96-DB92D0ABBCCB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12D64A3-212D-47D3-E915-D4ADD07B705E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12646819-F142-D5BC-EDA0-22A06A9D380E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7327F6BC-DAF1-D17B-4943-321BB769271D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B82C2D2C-99F9-6D1D-D3E3-5504A9E82CF6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1BAAECD4-24DB-EC68-341B-022AE38BE90D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- Permit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19360-F54D-5B3E-1BAF-FDDB4F59B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95" y="1519208"/>
            <a:ext cx="10676466" cy="31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0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72FA-C27B-46D4-94D3-A5A3F872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C4D4BFC-2C1F-F498-A184-5830E5A37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357A485-D6AD-2DF1-090D-5C65AF3B2B70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60376431-1160-E1F5-70D5-6077DAC98EAF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1BE6F5F-332D-0648-5504-23748BA33DBF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EC52F635-EE8C-E7F8-EDC9-CE97BACB6F67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F565670F-6F7D-B26D-3882-E683BA11DE42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50A5ACA-738B-C9D0-FD3B-86B4B674FA28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A29AF-18E1-8AA6-05E3-B3BA21085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11" y="1240908"/>
            <a:ext cx="4995155" cy="42875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D6391E-18DC-7685-2E48-FFFB4E085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0151" y="1225919"/>
            <a:ext cx="5466258" cy="4346746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2A9F09F5-483D-06FD-1DA8-E51DAA435A04}"/>
              </a:ext>
            </a:extLst>
          </p:cNvPr>
          <p:cNvSpPr txBox="1">
            <a:spLocks/>
          </p:cNvSpPr>
          <p:nvPr/>
        </p:nvSpPr>
        <p:spPr>
          <a:xfrm>
            <a:off x="477819" y="3944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- PJP</a:t>
            </a:r>
            <a:endParaRPr lang="en-ID" sz="48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043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D472-CF5E-49AF-9A60-C7B1DDEA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A05C7E5-AA7E-8D66-ECCB-8BE0FA2E7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2F60F6F-437C-EC75-751E-789BA7872A07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D26F7F18-B609-46C5-9888-53AC2B9A7C5D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E3C6A419-85CD-A6B8-6D24-96FD25EBD745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CD7CA53B-83D7-A3A9-4A35-C7FF5D293DEC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30A111FA-283F-0FD5-FD8E-7D55F30D6103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E7319A69-CA5B-9265-B6C8-BC6145013B77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Attendance - PJP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DC33F-C596-65EC-6D73-053301D9A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74" y="1265452"/>
            <a:ext cx="10815851" cy="377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99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B38E-7AC3-5DB5-1D30-88F0EB49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623C63-FEB7-224E-5D71-A0573B45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4820E7D-F2C5-8701-8693-86CECA86A7CE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95E5FF44-4505-5F01-7940-B39322C97D10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103053C3-289B-E7CB-6796-1ECCBDA3CF31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D32130F0-4B5C-AA28-4B61-4A389329AB9A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84FCCDB2-6726-66B5-0B4A-5ABF1D5EE7AB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AA9B6E3E-7AAE-E06C-BC61-C7297931D581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APPS</a:t>
            </a:r>
            <a:endParaRPr lang="en-ID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AB07E-EC95-CFAA-C68E-5325AD7F5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573" y="963817"/>
            <a:ext cx="4624879" cy="512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5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ADD1-70FF-69D8-F547-DC2F9F2F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8177F61-4B8C-C4DD-F3B6-C9BED070CF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9F908E2-7617-0F37-DF56-EAA26C711725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852108FE-1051-3668-AB05-54895FDF232D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51D147C7-8073-4D9C-7525-B0786450FCFC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B2ED038F-CAA6-14F0-1F29-6238805E7A95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7254CD4F-34FA-4BF1-5369-D7A9FFB63FA6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2CA299A2-F078-7995-B557-7D34D571DB5A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Dashboard </a:t>
            </a:r>
            <a:r>
              <a:rPr lang="en-US" sz="4800" b="1" dirty="0">
                <a:latin typeface="+mn-lt"/>
              </a:rPr>
              <a:t>Offtake SPG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9D6837-3B41-FAE5-0B1F-8AB2369F3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51" y="1204549"/>
            <a:ext cx="10961298" cy="396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06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AF35-BF5C-651A-878D-8FE534F3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8DF1E13-C3F5-D5AC-662E-5A45A027C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9B52EE3-7EAE-5A78-78A4-8CD24BCE9DD7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DCD826CE-E459-3D5F-8DD4-C425A32E6989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E88398A9-3C8A-8FDC-80DE-3A1387977044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B0AD53A3-7DFF-3F4F-C73E-1742584A7A1D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35AA454-5E37-17F7-B34B-CD92D68C26FA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F6235ED-686D-3718-3C96-BA2646F14C71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Dashboard Offtake SPG</a:t>
            </a:r>
            <a:endParaRPr lang="en-ID" sz="4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57DDD-A49A-BC6E-C629-0B9A9FD36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01" y="1223422"/>
            <a:ext cx="10686197" cy="402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96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4437-7C5F-7233-AA0E-2CBCC315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DCCC71F-3A40-2CEF-F23F-2E4D40525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5BD228B-7433-F01A-55A3-2BBA9D691379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BFB9890F-FB26-F0A6-13B0-FEC6074F8CE5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27A7ADFD-443C-290F-F661-560AFD9F1570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6BECA538-6781-6613-F896-C2FA71B44651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CD0A42B5-83A2-4E34-4F04-1B02B6043779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5EEB283-A8E9-B25C-955A-3A720AE1A227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Dashboard Offtake SPG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4D926D-5673-0ED8-7D0A-8CE5A5FB5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60" y="1204549"/>
            <a:ext cx="10508776" cy="46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42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7F08-7217-CC30-3ABB-203F5CEE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A190430-4636-0943-1250-B4781212F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8E7F21F-DFA6-5B29-B268-7583C33A2EE5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68762B7A-732C-3735-A409-871F2D6026F2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660F2A39-5940-A71D-B8F3-5B06724AB76D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DDA56880-D5D5-8A25-9188-CAC8B1F98773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775B242-1379-9678-8403-C26B0AFFF9D9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8AF55A30-8CD4-5139-2C44-22652744DC99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APPS – Offtake SPG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7B5C5-4471-F2FD-1CF1-2389DB251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73" y="1298667"/>
            <a:ext cx="2339163" cy="4756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749A33-13B7-E861-E57C-E649BA858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585" y="1204549"/>
            <a:ext cx="2566672" cy="531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70539A-4F4A-5105-63D5-0027115C3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806" y="1229317"/>
            <a:ext cx="2629230" cy="529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77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56653-7B7B-0509-A187-3FE4D0E4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EE5D64-8097-3B24-A384-ADCCB047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1D7851E-FC38-0522-1D86-9B86F6956B75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90F90369-B2EA-7085-2573-9C761E71DB5B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2D0A69DD-F716-2AFE-9E4D-54EB929CC5E6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763F861C-F702-4332-B080-9CB7D501EAD0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4E8255F0-67B9-7918-3B88-D5678A99B6DC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8CBC443-4B7F-B9AF-37C5-2F9F50A4341E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APPS – Offtake SPT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1EFAF-B081-CB72-ED90-5AE796AEA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565" y="963817"/>
            <a:ext cx="2447629" cy="5041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D7692-1B3C-16C3-0956-33F831CE2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100" y="963818"/>
            <a:ext cx="2571436" cy="512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2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A907-1DC7-087A-C3EE-8367DAD5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C802722-F1F2-9672-B142-C7F317AB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342FACC-F781-BD29-899F-A14248576344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F2880406-4E5A-C70F-198A-126A7ECBE788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6883802D-1FC0-934A-52E1-19437C0384C3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C989F0D0-8075-A2DB-F7FC-75623E18F363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85639FFD-CA6F-A5A7-8E18-828C219DC171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8720472B-E7DB-C958-BE27-91A95F22D7A1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Dashboard MCL/Stock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6E5E0-5C01-0AB7-A002-E72E41CB9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46" y="1450229"/>
            <a:ext cx="11414707" cy="431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92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4B1F0-0AF0-E983-0B70-3C9E1B5F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F3EADA6-F485-846E-1514-6C8E1A9B6B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B576A85-3038-3DA8-2314-EB1AEBCF4321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53ECCD40-0F49-6A6E-E2B4-2F119F287004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332FFA8-3238-A2FB-AF34-F08BE4137F8D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21BFEC56-C30D-C2E4-FFCF-6BDE25C366FE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7E90721-0D81-D7DE-AB3B-AA727C172E72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BE400CC-E75F-4DE4-B574-705193B18AF1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Dashboard MCL/Stock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41E41-7B9A-4B5F-4F2F-53CEFC7A7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55" y="1059906"/>
            <a:ext cx="11029288" cy="326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59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4D79-86F5-03E1-CF73-722074C0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02D7A17-8FBB-C3C9-5CD8-4B00135D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3191AC0-9EE7-2D10-99E9-CAEFE9F05A04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D877AB68-7187-5D74-5C65-AE39ECCB4F12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075B0876-B7BC-92B6-1031-B034E66F586E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3DCE3774-BD6B-AB34-A0CD-12508C82CAF0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F0655B53-4107-5C50-EFD9-946D2D5BF156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43AB7990-C058-5888-2BCB-6047584FA1CB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Dashboard MCL/Stock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BE65F-A9C6-290A-CC87-37299D085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903" y="833007"/>
            <a:ext cx="6808050" cy="573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60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7219-521A-7177-3CDF-27424C04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D25309A-B378-FDF2-9E83-728A44662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62A03F-1385-EA3A-F243-5F5730FE7EDC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A05859A2-EA35-F67A-024F-0D551D69E69E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7FC9C70D-69AF-7FEC-F49D-36108CDF2AD2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CA18F75C-9B00-635D-8C1B-AA8C7D8A504B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48A5DF3C-F1A1-1DE4-2A90-EE5248954EAD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51E05080-3F36-DEEE-467A-F762A4677D22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APPS - Stock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1D726-76F9-D98E-D35C-26A55DA1F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100" y="959504"/>
            <a:ext cx="2249600" cy="4537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81813-3EE6-E0EE-0421-C9F4C40B6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431" y="959504"/>
            <a:ext cx="2222178" cy="4537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4A8274-C236-5CF1-F4AA-2CDD8A991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4392" y="918544"/>
            <a:ext cx="2249600" cy="463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5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142A-75D4-80CC-EF1A-B541F2FD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6D6D346-3FFF-BFA3-A3F5-5600B958F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EC89FA6-BB35-BA54-390E-4FE1D370A0D4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EFD15160-A77A-167F-619A-8A5CBFFF2A54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BB75CEE6-4A14-9BA1-FCDE-02B7D3DA06F1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D6192358-22C8-8535-E950-D2C405149A88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6402DF2F-8E71-E050-D247-8118DA458EB0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8E8C0BAA-85A7-B09C-BF5C-FCA0EC7E8018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APPS – Expired Date</a:t>
            </a:r>
            <a:endParaRPr lang="en-ID" sz="4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425FCF-E8C3-A019-A280-8F605EFD7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029" y="963817"/>
            <a:ext cx="2557251" cy="5199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C189B8-12E8-9867-7B3E-53AFC0B57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890" y="963817"/>
            <a:ext cx="2557252" cy="520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12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CFB4-CB63-6D67-E38B-C50A1F34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4AF3BAD-99E7-F1AE-3270-A56792225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029D637-E62F-2824-B061-428C7A470C02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2CEAD2FE-0423-ABB8-3238-1538A3660EFB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E308F942-4875-EAA2-DA94-B047E5A35976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CA3BDA36-BF17-A82E-A193-886DFA55496E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48582585-F8E0-856E-7A7B-CEDAC752EE38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25E9B62D-D546-BE0C-A279-FC140F231067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Dashboard SOS</a:t>
            </a:r>
            <a:endParaRPr lang="en-ID" sz="4800" b="1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5858D3-20F7-E746-F976-8FC8F6A7F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6" y="1335120"/>
            <a:ext cx="10691004" cy="391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15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6317-3995-9E43-DDD9-91B93D3F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9F545C2-866F-BBD4-4039-44DAF71EE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3311B43-572F-03BF-DE1C-B8E686800FA4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08936089-C0FD-9FD5-A09E-387081368028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3972E955-02CD-D4EA-65B5-9ED9F922BA8C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BAA750D9-E4F3-5640-589A-4504C1639D3A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7DECB609-2748-F265-F524-6619484D8A2E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741A2589-D51F-F59F-FDE3-FE3427E4BF46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Dashboard SOS</a:t>
            </a:r>
            <a:endParaRPr lang="en-ID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EDEE7-6891-6C5A-3C56-4D79F21D3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63" y="1245479"/>
            <a:ext cx="10488982" cy="1988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0EB449-6E5D-BA4C-5937-27CDBC80A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959" y="3110222"/>
            <a:ext cx="3648603" cy="370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77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9326-5BFD-C768-1B87-D5939F60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46FE06-5861-3553-AA36-A3E2E8BF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20B6E95-356C-0BE7-8AD8-8D4C471AA9D6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E1A4B331-656C-130B-583C-BE57AD26B99C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C5E62DA0-44EB-329B-28BB-8BC1FA9D5F87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0A0FE7D9-D219-E07D-EB4D-D905C7B16B87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F3F2EC7-2B94-F935-E548-EC1FF4A52205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D4888B4-E0BC-BBE4-56BF-C6312BE7F111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Dashboard SOS - Approval</a:t>
            </a:r>
            <a:endParaRPr lang="en-ID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E4A48-B149-404C-4864-63E56A0FE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14" y="1411395"/>
            <a:ext cx="10760529" cy="466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7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ED01-585B-56A1-9A59-BD355C930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EEA5F7-1374-5D52-D4F6-263ED9361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1535869-F469-0F04-D8FD-FE297B002A81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64121E3E-E4B1-D59F-D87E-204EC2041F76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CB430CFA-7CE9-D0BE-2BD3-F27658500E36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89E6CE51-7C78-6C2F-1658-867AABB22393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D6357296-A0A7-0A48-C992-4AB3B742B463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223FFB4-544A-EA8D-7677-8FFE50E3BBB1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>
                <a:latin typeface="+mn-lt"/>
              </a:rPr>
              <a:t>APPS - SOS</a:t>
            </a:r>
            <a:endParaRPr lang="en-ID" sz="4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A10CD-0A7D-E20D-BAD9-EA2B13E39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726" y="965255"/>
            <a:ext cx="3362079" cy="4895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D0A754-D51D-8E49-19E3-8B07AF9A8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086" y="949091"/>
            <a:ext cx="2521876" cy="5255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7A2CCE-3224-DF7C-7E70-D88B7AC71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244" y="949091"/>
            <a:ext cx="2334256" cy="48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0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82C0-9D21-C491-5073-0BE7515D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72FF776-4CF6-ED88-BD77-E80D84D0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4BF0A70-3F0B-AC90-F0A0-7DA44B7C6E0A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24C990D4-4BA5-5388-501B-32F5251029BB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4A3BE072-2AFA-B6EF-2167-A529A8F0DB10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B1468139-D9F8-C915-C9E1-63E952C7E7AE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778ACEDD-1A8D-80BC-B643-6F0FC5103AE4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13D3990D-D470-4983-8F84-2A0332697B3B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APPS – Price Own &amp; Competitor</a:t>
            </a:r>
            <a:endParaRPr lang="en-ID" sz="4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D1251-788C-4184-3241-57F18A5A5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154" y="963817"/>
            <a:ext cx="2671993" cy="4505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5C5E42-AA02-4291-9DE4-BCD367E38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919" y="963817"/>
            <a:ext cx="2453270" cy="4848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07BB19-7815-33CB-7E30-22B4617C80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788" y="963817"/>
            <a:ext cx="2408592" cy="49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72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108F-19B6-2070-569F-8A78B30F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192B824-2DB3-3EED-3087-0862F1AE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C35DADF-9440-F831-D6EF-068CAE715E90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A18E349C-EAA9-17EF-48CC-29C14B3E2A2F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D40AD75F-C754-C3DF-A6C3-22FF1DDF2036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98C56EFF-9C5A-6E09-8A9A-DAEA65149300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7C2F4B4C-0C42-EDC3-3504-1EA07ED18C51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45726896-28E7-DAB4-DAF5-61138876428D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APPS - </a:t>
            </a:r>
            <a:r>
              <a:rPr lang="en-US" sz="4800" b="1" dirty="0" err="1"/>
              <a:t>Kemasan</a:t>
            </a:r>
            <a:r>
              <a:rPr lang="en-US" sz="4800" b="1" dirty="0"/>
              <a:t> &amp; Sticker</a:t>
            </a:r>
            <a:endParaRPr lang="en-ID" sz="4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E6C045-D24C-B472-68AB-75B27681E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169" y="1003538"/>
            <a:ext cx="3744815" cy="4234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18DB41-53AA-2EE9-245E-E48247B02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194" y="1099207"/>
            <a:ext cx="2662298" cy="404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7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9E89C-58CB-D3BB-5BF0-E5B6835A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EC076D8-157D-8112-6AB9-263AFB1F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791A7C4-69B4-87AA-5090-0AACEDA71C3E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8E95F6F-44CF-30AA-4834-59B0CE5CE1C6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4625190E-26B6-2C06-AE7D-1DDA0326B9C6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1A1E6386-240D-C466-2475-27824FD17246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E14AF7F8-4754-AB1A-08B6-D92FB7B69848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E7345CD-B4FF-9E3C-6425-35C4B4B94BF5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APPS - POSM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91245-0B82-C849-671F-20C15BF43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280" y="1204549"/>
            <a:ext cx="2384774" cy="49882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A94CE-6D5A-E6C0-5A86-02DB1B90E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478" y="1204549"/>
            <a:ext cx="2516505" cy="510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99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550E9-A906-D4A8-7CEA-256DD933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E7841E7-B732-E27C-60BF-2B5402F72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CE35F6E-C4FF-35C7-7D8D-B3B046C0A6B8}"/>
              </a:ext>
            </a:extLst>
          </p:cNvPr>
          <p:cNvGrpSpPr/>
          <p:nvPr/>
        </p:nvGrpSpPr>
        <p:grpSpPr>
          <a:xfrm>
            <a:off x="8500633" y="123649"/>
            <a:ext cx="3617626" cy="654147"/>
            <a:chOff x="11998927" y="397727"/>
            <a:chExt cx="4740336" cy="683382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0EE3779E-7914-BA1D-6495-FD4AD1778D1F}"/>
                </a:ext>
              </a:extLst>
            </p:cNvPr>
            <p:cNvSpPr/>
            <p:nvPr/>
          </p:nvSpPr>
          <p:spPr>
            <a:xfrm>
              <a:off x="11998927" y="400500"/>
              <a:ext cx="1160655" cy="664949"/>
            </a:xfrm>
            <a:custGeom>
              <a:avLst/>
              <a:gdLst/>
              <a:ahLst/>
              <a:cxnLst/>
              <a:rect l="l" t="t" r="r" b="b"/>
              <a:pathLst>
                <a:path w="2103711" h="1346617">
                  <a:moveTo>
                    <a:pt x="0" y="0"/>
                  </a:moveTo>
                  <a:lnTo>
                    <a:pt x="2103711" y="0"/>
                  </a:lnTo>
                  <a:lnTo>
                    <a:pt x="2103711" y="1346617"/>
                  </a:lnTo>
                  <a:lnTo>
                    <a:pt x="0" y="134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3112"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1855F763-85B3-5E4A-896F-8AED76F6446E}"/>
                </a:ext>
              </a:extLst>
            </p:cNvPr>
            <p:cNvSpPr txBox="1"/>
            <p:nvPr/>
          </p:nvSpPr>
          <p:spPr>
            <a:xfrm>
              <a:off x="13194437" y="657788"/>
              <a:ext cx="3544826" cy="4233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80"/>
                </a:lnSpc>
              </a:pPr>
              <a:r>
                <a:rPr lang="en-US" sz="105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 workforce solutions begin with trained, resilient, and reliable people.</a:t>
              </a:r>
            </a:p>
          </p:txBody>
        </p:sp>
        <p:sp>
          <p:nvSpPr>
            <p:cNvPr id="18" name="TextBox 6">
              <a:extLst>
                <a:ext uri="{FF2B5EF4-FFF2-40B4-BE49-F238E27FC236}">
                  <a16:creationId xmlns:a16="http://schemas.microsoft.com/office/drawing/2014/main" id="{A7DF7B11-820E-7928-7FC9-7100A79F60D8}"/>
                </a:ext>
              </a:extLst>
            </p:cNvPr>
            <p:cNvSpPr txBox="1"/>
            <p:nvPr/>
          </p:nvSpPr>
          <p:spPr>
            <a:xfrm>
              <a:off x="13230275" y="397727"/>
              <a:ext cx="3179204" cy="247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993"/>
                </a:lnSpc>
              </a:pP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PT Anugrah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Terpercaya</a:t>
              </a:r>
              <a:r>
                <a:rPr lang="en-US" sz="1200" b="1" dirty="0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200" b="1" dirty="0" err="1">
                  <a:solidFill>
                    <a:srgbClr val="293A8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Kerja</a:t>
              </a:r>
              <a:endParaRPr lang="en-US" sz="1200" b="1" dirty="0">
                <a:solidFill>
                  <a:srgbClr val="293A8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1170EAB2-CB54-936E-E878-066FFF7FD86E}"/>
              </a:ext>
            </a:extLst>
          </p:cNvPr>
          <p:cNvSpPr txBox="1"/>
          <p:nvPr/>
        </p:nvSpPr>
        <p:spPr>
          <a:xfrm>
            <a:off x="9017254" y="6467335"/>
            <a:ext cx="2896540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00" b="1" dirty="0">
                <a:solidFill>
                  <a:srgbClr val="2F3191"/>
                </a:solidFill>
                <a:latin typeface="Poppins Bold"/>
                <a:ea typeface="Poppins Bold"/>
                <a:cs typeface="Poppins Bold"/>
                <a:sym typeface="Poppins Bold"/>
              </a:rPr>
              <a:t>anugrahterpercayakerja.co.id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E2A2C553-DBAF-8A49-2DA5-5A9AFE362EE9}"/>
              </a:ext>
            </a:extLst>
          </p:cNvPr>
          <p:cNvSpPr txBox="1">
            <a:spLocks/>
          </p:cNvSpPr>
          <p:nvPr/>
        </p:nvSpPr>
        <p:spPr>
          <a:xfrm>
            <a:off x="325419" y="242014"/>
            <a:ext cx="5010509" cy="721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b="1" dirty="0"/>
              <a:t>APPS – Additional Display</a:t>
            </a:r>
            <a:endParaRPr lang="en-ID" sz="4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B12F9-B7FA-1E5C-7496-BE4244A1E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82" y="1042929"/>
            <a:ext cx="2357718" cy="4919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039946-04F3-9159-210E-800E2CC60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173" y="1042929"/>
            <a:ext cx="2395856" cy="4993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310BEA-AC08-452B-4EBB-A65B706B4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527" y="983373"/>
            <a:ext cx="2392490" cy="5052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08965A-3C36-5742-E4F0-17556A9730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789" y="960894"/>
            <a:ext cx="2475583" cy="498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73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732</Words>
  <Application>Microsoft Office PowerPoint</Application>
  <PresentationFormat>Widescreen</PresentationFormat>
  <Paragraphs>115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Montserrat Bold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usrimanto703</dc:creator>
  <cp:lastModifiedBy>Abdurrahman Jamil</cp:lastModifiedBy>
  <cp:revision>4</cp:revision>
  <dcterms:created xsi:type="dcterms:W3CDTF">2026-01-28T09:22:59Z</dcterms:created>
  <dcterms:modified xsi:type="dcterms:W3CDTF">2026-08-24T02:36:00Z</dcterms:modified>
</cp:coreProperties>
</file>