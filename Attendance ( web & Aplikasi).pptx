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7" r:id="rId3"/>
    <p:sldId id="264" r:id="rId4"/>
    <p:sldId id="348" r:id="rId5"/>
    <p:sldId id="258" r:id="rId6"/>
    <p:sldId id="259" r:id="rId7"/>
    <p:sldId id="349" r:id="rId8"/>
    <p:sldId id="350" r:id="rId9"/>
    <p:sldId id="351" r:id="rId10"/>
    <p:sldId id="352" r:id="rId11"/>
    <p:sldId id="357" r:id="rId12"/>
    <p:sldId id="353" r:id="rId13"/>
    <p:sldId id="354" r:id="rId14"/>
    <p:sldId id="355" r:id="rId15"/>
    <p:sldId id="3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F95C-C1D2-E0E0-836B-DE2906BBE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3DC91-272A-B97B-C5C9-2BD80B336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051BD-B097-D5FE-C831-5C5C224A7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8D3BA-D87E-FE5D-5992-F6360B4F6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F53E0-D03A-6591-438E-98862224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415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E7A7-9F35-29E0-8D74-401D88EF0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34A5C-A55C-7FD2-F361-1E998DE9D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2B766-066F-7599-14B6-688B2EE0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ABA17-5160-51FC-D648-600BBF39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444B-46E5-AABD-D7D6-3917C3E5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683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D8FF-440D-60BE-23E3-04319878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194F2-E36A-49A5-96C6-12FCCF0FA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EA458-85B2-5E8B-7920-84752919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CED41-80A0-110A-746C-800F4358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7653F-29B8-2D20-46ED-952E2CF6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075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F325-466F-1477-A249-F064E5ED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ABB0B-8749-F0DD-10B1-689F4CAE6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B0D10-8B46-7A4B-AD8B-9916DD200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AD901-78B9-EAE5-AFBD-AB63FE92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D7DF4-94D0-29AC-ACD4-3A221797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1D446-CE14-2995-6F72-E0950240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205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2774-A26B-8F15-BE83-65DF8D4C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EF13B-189B-48C6-7CBF-F2DFF437B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60713-E617-49DC-F4C2-3C67DF027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79273-8916-51DD-6297-D254AA8F5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39BBF-3FB5-3FF5-8F3C-086B2945A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A7F58-740F-EB6E-5402-383CF73F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104E87-B574-1071-C70D-2824FCA9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B988D-3C07-555F-A073-BFE6BD18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170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91B0-D5C2-56FE-9E15-ACAC5F55D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BF4B7-B45B-7890-B3D6-C00B8F37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23694-6369-2E9B-37F1-3ADFFBDA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FE207-C4EC-1EAF-4FB3-7E7530C3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018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AE443-A2C1-125B-CD5B-AB2C92FA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B4B38-FD6C-892F-DF2F-C8F2A1C5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7107D-0178-4C19-CA3E-30F9520F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5959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6F00-38AF-9737-D789-3D85C383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D608-B8C7-B980-619B-884CA944B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D68BA-0BA9-0C07-32DE-7130A2F6A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498D7-641A-40A8-8C7D-0D9D6C36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292CD-8876-7687-1B60-AE7791E3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DCD8B-3C98-0601-F352-149A4A63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869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3E29-822B-B1FA-698E-803450A96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3634AC-0E02-B14C-A936-E988E4F20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5D3AD-E8BF-AB84-DAD6-CB5C1F52B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0303D-E569-0CF7-5A5F-FB16D643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CF022-DE2F-023F-77A9-2C2548DF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10DA8-B19E-C9A2-F445-4D5B17A5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28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A2C6-6A80-303B-D3CB-24B87AD9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593CB-2D56-9180-F905-28630DBF0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1D5D-406F-D490-D674-D596C3EF5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7AC99-298A-C7D3-17C1-01C13290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1124D-9F57-D043-0A98-F364DDC4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892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BBF4F-C46F-503B-243E-CC1AC8739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D287D-2956-598D-28F8-7C42455A7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BBFA1-2BB7-7211-04D8-3E1E7E98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5AFD1-1BE5-80E9-4C3F-84577FAB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C7081-195F-9435-30DB-316D45A8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6173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B06F4-EFA4-DD48-6181-095689A87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0C20E-07EB-C38A-D646-665B6501C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C00B8-D717-DE2A-3EB0-BF9FA72D4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723F6-5721-4A7A-8DFD-E7F20C12DFCB}" type="datetimeFigureOut">
              <a:rPr lang="en-ID" smtClean="0"/>
              <a:t>04/08/2026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7776D-1D23-9607-2436-1E1299877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F86D0-BD29-A646-A495-B5CCDC5E7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B0BE6-21CF-4EEC-890C-A3C684FFED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466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7453-29E0-BBD7-189B-20ECC1908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Website super admin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8DCA8-EB23-726E-3146-16B4075BE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By </a:t>
            </a:r>
          </a:p>
          <a:p>
            <a:r>
              <a:rPr lang="en-US" b="1" dirty="0"/>
              <a:t>Esa Group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149326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884A-5978-4FA1-4618-CEFA21CD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ABSENSI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6837A-4820-621D-31B4-06FFB98CF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dan </a:t>
            </a:r>
            <a:r>
              <a:rPr lang="en-US" dirty="0" err="1"/>
              <a:t>Iphone</a:t>
            </a:r>
            <a:endParaRPr lang="en-US" dirty="0"/>
          </a:p>
          <a:p>
            <a:r>
              <a:rPr lang="en-US" dirty="0"/>
              <a:t>Bisa monitor location </a:t>
            </a:r>
            <a:r>
              <a:rPr lang="en-US" dirty="0" err="1"/>
              <a:t>sewaktu</a:t>
            </a:r>
            <a:r>
              <a:rPr lang="en-US" dirty="0"/>
              <a:t> </a:t>
            </a:r>
            <a:r>
              <a:rPr lang="en-US" dirty="0" err="1"/>
              <a:t>waktu</a:t>
            </a:r>
            <a:endParaRPr lang="en-US" dirty="0"/>
          </a:p>
          <a:p>
            <a:r>
              <a:rPr lang="en-US" dirty="0"/>
              <a:t>Face recognition</a:t>
            </a:r>
          </a:p>
          <a:p>
            <a:r>
              <a:rPr lang="en-US" dirty="0"/>
              <a:t>Bisa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cuti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  <a:p>
            <a:r>
              <a:rPr lang="en-US" dirty="0"/>
              <a:t>GPS Location</a:t>
            </a:r>
          </a:p>
          <a:p>
            <a:r>
              <a:rPr lang="en-US" dirty="0"/>
              <a:t>No fake </a:t>
            </a:r>
            <a:r>
              <a:rPr lang="en-US" dirty="0" err="1"/>
              <a:t>gps</a:t>
            </a:r>
            <a:endParaRPr lang="en-US" dirty="0"/>
          </a:p>
          <a:p>
            <a:r>
              <a:rPr lang="en-US" dirty="0"/>
              <a:t>Tidak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HP</a:t>
            </a:r>
          </a:p>
        </p:txBody>
      </p:sp>
    </p:spTree>
    <p:extLst>
      <p:ext uri="{BB962C8B-B14F-4D97-AF65-F5344CB8AC3E}">
        <p14:creationId xmlns:p14="http://schemas.microsoft.com/office/powerpoint/2010/main" val="4260581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1224-ED37-2E4D-F362-37222E672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Content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B8F12-DFA7-0674-52B7-24E811A55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OF PEOPLE</a:t>
            </a:r>
          </a:p>
          <a:p>
            <a:r>
              <a:rPr lang="en-US" dirty="0"/>
              <a:t>TURN OVER</a:t>
            </a:r>
          </a:p>
          <a:p>
            <a:r>
              <a:rPr lang="en-US" dirty="0"/>
              <a:t>MAN DAYS</a:t>
            </a:r>
          </a:p>
          <a:p>
            <a:r>
              <a:rPr lang="en-US" dirty="0"/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157335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BA81-26E7-62F2-CD56-D9CDEF71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People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AA1C-0CDE-C727-52E7-9BBE5579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dirty="0"/>
              <a:t>1. </a:t>
            </a:r>
            <a:r>
              <a:rPr lang="en-ID" dirty="0" err="1"/>
              <a:t>jml</a:t>
            </a:r>
            <a:r>
              <a:rPr lang="en-ID" dirty="0"/>
              <a:t> man power total </a:t>
            </a:r>
            <a:r>
              <a:rPr lang="en-ID" dirty="0" err="1"/>
              <a:t>nasional</a:t>
            </a:r>
            <a:r>
              <a:rPr lang="en-ID" dirty="0"/>
              <a:t> by company : 5 </a:t>
            </a:r>
            <a:r>
              <a:rPr lang="en-ID" dirty="0" err="1"/>
              <a:t>entitas</a:t>
            </a:r>
            <a:r>
              <a:rPr lang="en-ID" dirty="0"/>
              <a:t> by period</a:t>
            </a:r>
          </a:p>
          <a:p>
            <a:pPr marL="0" indent="0">
              <a:buNone/>
            </a:pPr>
            <a:r>
              <a:rPr lang="en-ID" dirty="0"/>
              <a:t>2. trend </a:t>
            </a:r>
            <a:r>
              <a:rPr lang="en-ID" dirty="0" err="1"/>
              <a:t>jumlah</a:t>
            </a:r>
            <a:r>
              <a:rPr lang="en-ID" dirty="0"/>
              <a:t> man power </a:t>
            </a:r>
            <a:r>
              <a:rPr lang="en-ID" dirty="0" err="1"/>
              <a:t>nasional</a:t>
            </a:r>
            <a:r>
              <a:rPr lang="en-ID" dirty="0"/>
              <a:t>, </a:t>
            </a:r>
            <a:r>
              <a:rPr lang="en-ID" dirty="0" err="1"/>
              <a:t>jan</a:t>
            </a:r>
            <a:r>
              <a:rPr lang="en-ID" dirty="0"/>
              <a:t> - des. </a:t>
            </a:r>
          </a:p>
          <a:p>
            <a:pPr marL="0" indent="0">
              <a:buNone/>
            </a:pPr>
            <a:r>
              <a:rPr lang="en-ID" dirty="0"/>
              <a:t>3. trend </a:t>
            </a:r>
            <a:r>
              <a:rPr lang="en-ID" dirty="0" err="1"/>
              <a:t>jumlah</a:t>
            </a:r>
            <a:r>
              <a:rPr lang="en-ID" dirty="0"/>
              <a:t> man power </a:t>
            </a:r>
            <a:r>
              <a:rPr lang="en-ID" dirty="0" err="1"/>
              <a:t>nasional</a:t>
            </a:r>
            <a:r>
              <a:rPr lang="en-ID" dirty="0"/>
              <a:t> by company, </a:t>
            </a:r>
            <a:r>
              <a:rPr lang="en-ID" dirty="0" err="1"/>
              <a:t>jan</a:t>
            </a:r>
            <a:r>
              <a:rPr lang="en-ID" dirty="0"/>
              <a:t> - des. </a:t>
            </a:r>
          </a:p>
          <a:p>
            <a:pPr marL="0" indent="0">
              <a:buNone/>
            </a:pPr>
            <a:r>
              <a:rPr lang="en-ID" dirty="0"/>
              <a:t>4. trend </a:t>
            </a:r>
            <a:r>
              <a:rPr lang="en-ID" dirty="0" err="1"/>
              <a:t>jumlah</a:t>
            </a:r>
            <a:r>
              <a:rPr lang="en-ID" dirty="0"/>
              <a:t> man power by region all entity,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5. trend </a:t>
            </a:r>
            <a:r>
              <a:rPr lang="en-ID" dirty="0" err="1"/>
              <a:t>jumlah</a:t>
            </a:r>
            <a:r>
              <a:rPr lang="en-ID" dirty="0"/>
              <a:t> man power by region by  entity all principles,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6. trend </a:t>
            </a:r>
            <a:r>
              <a:rPr lang="en-ID" dirty="0" err="1"/>
              <a:t>jumlah</a:t>
            </a:r>
            <a:r>
              <a:rPr lang="en-ID" dirty="0"/>
              <a:t> man power by region by  entity by </a:t>
            </a:r>
            <a:r>
              <a:rPr lang="en-ID" dirty="0" err="1"/>
              <a:t>kota</a:t>
            </a:r>
            <a:r>
              <a:rPr lang="en-ID" dirty="0"/>
              <a:t> all principles,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7. trend </a:t>
            </a:r>
            <a:r>
              <a:rPr lang="en-ID" dirty="0" err="1"/>
              <a:t>jumlah</a:t>
            </a:r>
            <a:r>
              <a:rPr lang="en-ID" dirty="0"/>
              <a:t> man power by region by  entity by </a:t>
            </a:r>
            <a:r>
              <a:rPr lang="en-ID" dirty="0" err="1"/>
              <a:t>kota</a:t>
            </a:r>
            <a:r>
              <a:rPr lang="en-ID" dirty="0"/>
              <a:t> by principle </a:t>
            </a:r>
            <a:r>
              <a:rPr lang="en-ID" dirty="0" err="1"/>
              <a:t>yag</a:t>
            </a:r>
            <a:r>
              <a:rPr lang="en-ID" dirty="0"/>
              <a:t> discover as,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8. trend </a:t>
            </a:r>
            <a:r>
              <a:rPr lang="en-ID" dirty="0" err="1"/>
              <a:t>jumlah</a:t>
            </a:r>
            <a:r>
              <a:rPr lang="en-ID" dirty="0"/>
              <a:t> man power by region by  entity by </a:t>
            </a:r>
            <a:r>
              <a:rPr lang="en-ID" dirty="0" err="1"/>
              <a:t>kota</a:t>
            </a:r>
            <a:r>
              <a:rPr lang="en-ID" dirty="0"/>
              <a:t> all principles by </a:t>
            </a:r>
            <a:r>
              <a:rPr lang="en-ID" dirty="0" err="1"/>
              <a:t>tl</a:t>
            </a:r>
            <a:r>
              <a:rPr lang="en-ID" dirty="0"/>
              <a:t>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9. trend </a:t>
            </a:r>
            <a:r>
              <a:rPr lang="en-ID" dirty="0" err="1"/>
              <a:t>jumlah</a:t>
            </a:r>
            <a:r>
              <a:rPr lang="en-ID" dirty="0"/>
              <a:t> man power by region by  entity by </a:t>
            </a:r>
            <a:r>
              <a:rPr lang="en-ID" dirty="0" err="1"/>
              <a:t>kota</a:t>
            </a:r>
            <a:r>
              <a:rPr lang="en-ID" dirty="0"/>
              <a:t> all principles by </a:t>
            </a:r>
            <a:r>
              <a:rPr lang="en-ID" dirty="0" err="1"/>
              <a:t>tl</a:t>
            </a:r>
            <a:r>
              <a:rPr lang="en-ID" dirty="0"/>
              <a:t>, per orang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469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A75F3-089D-542C-FD11-5CDA07AE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586B8-1196-F2A5-82BF-7BA07C23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Over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21D84-8C35-1CD8-BD35-DE69DE599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D" dirty="0"/>
              <a:t>1. </a:t>
            </a:r>
            <a:r>
              <a:rPr lang="en-ID" dirty="0" err="1"/>
              <a:t>jml</a:t>
            </a:r>
            <a:r>
              <a:rPr lang="en-ID" dirty="0"/>
              <a:t> turnover </a:t>
            </a:r>
            <a:r>
              <a:rPr lang="en-ID" dirty="0" err="1"/>
              <a:t>nasional</a:t>
            </a:r>
            <a:r>
              <a:rPr lang="en-ID" dirty="0"/>
              <a:t> by company : 5 </a:t>
            </a:r>
            <a:r>
              <a:rPr lang="en-ID" dirty="0" err="1"/>
              <a:t>entitas</a:t>
            </a:r>
            <a:r>
              <a:rPr lang="en-ID" dirty="0"/>
              <a:t> by period</a:t>
            </a:r>
          </a:p>
          <a:p>
            <a:pPr marL="0" indent="0">
              <a:buNone/>
            </a:pPr>
            <a:r>
              <a:rPr lang="en-ID" dirty="0"/>
              <a:t>2. trend </a:t>
            </a:r>
            <a:r>
              <a:rPr lang="en-ID" dirty="0" err="1"/>
              <a:t>jumlah</a:t>
            </a:r>
            <a:r>
              <a:rPr lang="en-ID" dirty="0"/>
              <a:t> turn over </a:t>
            </a:r>
            <a:r>
              <a:rPr lang="en-ID" dirty="0" err="1"/>
              <a:t>nasional</a:t>
            </a:r>
            <a:r>
              <a:rPr lang="en-ID" dirty="0"/>
              <a:t>, </a:t>
            </a:r>
            <a:r>
              <a:rPr lang="en-ID" dirty="0" err="1"/>
              <a:t>jan</a:t>
            </a:r>
            <a:r>
              <a:rPr lang="en-ID" dirty="0"/>
              <a:t> - des. </a:t>
            </a:r>
          </a:p>
          <a:p>
            <a:pPr marL="0" indent="0">
              <a:buNone/>
            </a:pPr>
            <a:r>
              <a:rPr lang="en-ID" dirty="0"/>
              <a:t>3. trend </a:t>
            </a:r>
            <a:r>
              <a:rPr lang="en-ID" dirty="0" err="1"/>
              <a:t>jumlah</a:t>
            </a:r>
            <a:r>
              <a:rPr lang="en-ID" dirty="0"/>
              <a:t> turnover  </a:t>
            </a:r>
            <a:r>
              <a:rPr lang="en-ID" dirty="0" err="1"/>
              <a:t>nasional</a:t>
            </a:r>
            <a:r>
              <a:rPr lang="en-ID" dirty="0"/>
              <a:t> by company, </a:t>
            </a:r>
            <a:r>
              <a:rPr lang="en-ID" dirty="0" err="1"/>
              <a:t>jan</a:t>
            </a:r>
            <a:r>
              <a:rPr lang="en-ID" dirty="0"/>
              <a:t> - des. </a:t>
            </a:r>
          </a:p>
          <a:p>
            <a:pPr marL="0" indent="0">
              <a:buNone/>
            </a:pPr>
            <a:r>
              <a:rPr lang="en-ID" dirty="0"/>
              <a:t>4. trend </a:t>
            </a:r>
            <a:r>
              <a:rPr lang="en-ID" dirty="0" err="1"/>
              <a:t>jumlah</a:t>
            </a:r>
            <a:r>
              <a:rPr lang="en-ID" dirty="0"/>
              <a:t> turnover by region all entity,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5. trend </a:t>
            </a:r>
            <a:r>
              <a:rPr lang="en-ID" dirty="0" err="1"/>
              <a:t>jumlah</a:t>
            </a:r>
            <a:r>
              <a:rPr lang="en-ID" dirty="0"/>
              <a:t> turnover by region by  entity all principles,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6. trend </a:t>
            </a:r>
            <a:r>
              <a:rPr lang="en-ID" dirty="0" err="1"/>
              <a:t>jumlah</a:t>
            </a:r>
            <a:r>
              <a:rPr lang="en-ID" dirty="0"/>
              <a:t> turnover by region by  entity by </a:t>
            </a:r>
            <a:r>
              <a:rPr lang="en-ID" dirty="0" err="1"/>
              <a:t>kota</a:t>
            </a:r>
            <a:r>
              <a:rPr lang="en-ID" dirty="0"/>
              <a:t> all principles,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7. trend </a:t>
            </a:r>
            <a:r>
              <a:rPr lang="en-ID" dirty="0" err="1"/>
              <a:t>jumlah</a:t>
            </a:r>
            <a:r>
              <a:rPr lang="en-ID" dirty="0"/>
              <a:t> turnover by region by  entity by </a:t>
            </a:r>
            <a:r>
              <a:rPr lang="en-ID" dirty="0" err="1"/>
              <a:t>kota</a:t>
            </a:r>
            <a:r>
              <a:rPr lang="en-ID" dirty="0"/>
              <a:t> by principle </a:t>
            </a:r>
            <a:r>
              <a:rPr lang="en-ID" dirty="0" err="1"/>
              <a:t>yag</a:t>
            </a:r>
            <a:r>
              <a:rPr lang="en-ID" dirty="0"/>
              <a:t> discover as,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8. trend </a:t>
            </a:r>
            <a:r>
              <a:rPr lang="en-ID" dirty="0" err="1"/>
              <a:t>jumlah</a:t>
            </a:r>
            <a:r>
              <a:rPr lang="en-ID" dirty="0"/>
              <a:t> turnover by region by  entity by </a:t>
            </a:r>
            <a:r>
              <a:rPr lang="en-ID" dirty="0" err="1"/>
              <a:t>kota</a:t>
            </a:r>
            <a:r>
              <a:rPr lang="en-ID" dirty="0"/>
              <a:t> all principles by </a:t>
            </a:r>
            <a:r>
              <a:rPr lang="en-ID" dirty="0" err="1"/>
              <a:t>tl</a:t>
            </a:r>
            <a:r>
              <a:rPr lang="en-ID" dirty="0"/>
              <a:t>,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pPr marL="0" indent="0">
              <a:buNone/>
            </a:pPr>
            <a:r>
              <a:rPr lang="en-ID" dirty="0"/>
              <a:t>9. trend </a:t>
            </a:r>
            <a:r>
              <a:rPr lang="en-ID" dirty="0" err="1"/>
              <a:t>jumlah</a:t>
            </a:r>
            <a:r>
              <a:rPr lang="en-ID" dirty="0"/>
              <a:t> turnover by region by  entity by </a:t>
            </a:r>
            <a:r>
              <a:rPr lang="en-ID" dirty="0" err="1"/>
              <a:t>kota</a:t>
            </a:r>
            <a:r>
              <a:rPr lang="en-ID" dirty="0"/>
              <a:t> all principles by </a:t>
            </a:r>
            <a:r>
              <a:rPr lang="en-ID" dirty="0" err="1"/>
              <a:t>tl</a:t>
            </a:r>
            <a:r>
              <a:rPr lang="en-ID" dirty="0"/>
              <a:t>, per orang </a:t>
            </a:r>
            <a:r>
              <a:rPr lang="en-ID" dirty="0" err="1"/>
              <a:t>jan</a:t>
            </a:r>
            <a:r>
              <a:rPr lang="en-ID" dirty="0"/>
              <a:t> - des.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802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50F7-D137-B549-35D1-966C7B4B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7972-8690-FCA6-854A-6D3F1C92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Mandays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D7FD-7F7F-E420-7259-FE4D8CB8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D" dirty="0"/>
              <a:t>1. </a:t>
            </a:r>
            <a:r>
              <a:rPr lang="en-ID" dirty="0" err="1"/>
              <a:t>jml</a:t>
            </a:r>
            <a:r>
              <a:rPr lang="en-ID" dirty="0"/>
              <a:t> </a:t>
            </a:r>
            <a:r>
              <a:rPr lang="en-ID" dirty="0" err="1"/>
              <a:t>mandays</a:t>
            </a:r>
            <a:r>
              <a:rPr lang="en-ID" dirty="0"/>
              <a:t> </a:t>
            </a:r>
            <a:r>
              <a:rPr lang="en-ID" dirty="0" err="1"/>
              <a:t>nasional</a:t>
            </a:r>
            <a:r>
              <a:rPr lang="en-ID" dirty="0"/>
              <a:t> by company : 5 </a:t>
            </a:r>
            <a:r>
              <a:rPr lang="en-ID" dirty="0" err="1"/>
              <a:t>entitas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2. trend </a:t>
            </a:r>
            <a:r>
              <a:rPr lang="en-ID" dirty="0" err="1"/>
              <a:t>mandays</a:t>
            </a:r>
            <a:r>
              <a:rPr lang="en-ID" dirty="0"/>
              <a:t> </a:t>
            </a:r>
            <a:r>
              <a:rPr lang="en-ID" dirty="0" err="1"/>
              <a:t>nasional</a:t>
            </a:r>
            <a:r>
              <a:rPr lang="en-ID" dirty="0"/>
              <a:t>, </a:t>
            </a:r>
            <a:r>
              <a:rPr lang="en-ID" dirty="0" err="1"/>
              <a:t>jan</a:t>
            </a:r>
            <a:r>
              <a:rPr lang="en-ID" dirty="0"/>
              <a:t> – des (target vs actual). </a:t>
            </a:r>
          </a:p>
          <a:p>
            <a:pPr marL="0" indent="0">
              <a:buNone/>
            </a:pPr>
            <a:r>
              <a:rPr lang="en-ID" dirty="0"/>
              <a:t>3. trend </a:t>
            </a:r>
            <a:r>
              <a:rPr lang="en-ID" dirty="0" err="1"/>
              <a:t>mandays</a:t>
            </a:r>
            <a:r>
              <a:rPr lang="en-ID" dirty="0"/>
              <a:t>  </a:t>
            </a:r>
            <a:r>
              <a:rPr lang="en-ID" dirty="0" err="1"/>
              <a:t>nasional</a:t>
            </a:r>
            <a:r>
              <a:rPr lang="en-ID" dirty="0"/>
              <a:t> by company, </a:t>
            </a:r>
            <a:r>
              <a:rPr lang="en-ID" dirty="0" err="1"/>
              <a:t>jan</a:t>
            </a:r>
            <a:r>
              <a:rPr lang="en-ID" dirty="0"/>
              <a:t> – des (target vs actual). </a:t>
            </a:r>
          </a:p>
          <a:p>
            <a:pPr marL="0" indent="0">
              <a:buNone/>
            </a:pPr>
            <a:r>
              <a:rPr lang="en-ID" dirty="0"/>
              <a:t>4. trend </a:t>
            </a:r>
            <a:r>
              <a:rPr lang="en-ID" dirty="0" err="1"/>
              <a:t>mandays</a:t>
            </a:r>
            <a:r>
              <a:rPr lang="en-ID" dirty="0"/>
              <a:t>  </a:t>
            </a:r>
            <a:r>
              <a:rPr lang="en-ID" dirty="0" err="1"/>
              <a:t>nasional</a:t>
            </a:r>
            <a:r>
              <a:rPr lang="en-ID" dirty="0"/>
              <a:t> by principles,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  <a:p>
            <a:pPr marL="0" indent="0">
              <a:buNone/>
            </a:pPr>
            <a:r>
              <a:rPr lang="en-ID" dirty="0"/>
              <a:t>5. trend </a:t>
            </a:r>
            <a:r>
              <a:rPr lang="en-ID" dirty="0" err="1"/>
              <a:t>mandays</a:t>
            </a:r>
            <a:r>
              <a:rPr lang="en-ID" dirty="0"/>
              <a:t> by region all entity,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  <a:p>
            <a:pPr marL="0" indent="0">
              <a:buNone/>
            </a:pPr>
            <a:r>
              <a:rPr lang="en-ID" dirty="0"/>
              <a:t>6. trend </a:t>
            </a:r>
            <a:r>
              <a:rPr lang="en-ID" dirty="0" err="1"/>
              <a:t>mandays</a:t>
            </a:r>
            <a:r>
              <a:rPr lang="en-ID" dirty="0"/>
              <a:t> by region by  entity all principles,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  <a:p>
            <a:pPr marL="0" indent="0">
              <a:buNone/>
            </a:pPr>
            <a:r>
              <a:rPr lang="en-ID" dirty="0"/>
              <a:t>7. trend </a:t>
            </a:r>
            <a:r>
              <a:rPr lang="en-ID" dirty="0" err="1"/>
              <a:t>mandays</a:t>
            </a:r>
            <a:r>
              <a:rPr lang="en-ID" dirty="0"/>
              <a:t> by region by  entity by principles,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  <a:p>
            <a:pPr marL="0" indent="0">
              <a:buNone/>
            </a:pPr>
            <a:r>
              <a:rPr lang="en-ID" dirty="0"/>
              <a:t>8. trend </a:t>
            </a:r>
            <a:r>
              <a:rPr lang="en-ID" dirty="0" err="1"/>
              <a:t>mandays</a:t>
            </a:r>
            <a:r>
              <a:rPr lang="en-ID" dirty="0"/>
              <a:t> by region by  entity by </a:t>
            </a:r>
            <a:r>
              <a:rPr lang="en-ID" dirty="0" err="1"/>
              <a:t>kota</a:t>
            </a:r>
            <a:r>
              <a:rPr lang="en-ID" dirty="0"/>
              <a:t> all principles,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  <a:p>
            <a:pPr marL="0" indent="0">
              <a:buNone/>
            </a:pPr>
            <a:r>
              <a:rPr lang="en-ID" dirty="0"/>
              <a:t>9. trend </a:t>
            </a:r>
            <a:r>
              <a:rPr lang="en-ID" dirty="0" err="1"/>
              <a:t>mandays</a:t>
            </a:r>
            <a:r>
              <a:rPr lang="en-ID" dirty="0"/>
              <a:t> by region by  entity by </a:t>
            </a:r>
            <a:r>
              <a:rPr lang="en-ID" dirty="0" err="1"/>
              <a:t>kota</a:t>
            </a:r>
            <a:r>
              <a:rPr lang="en-ID" dirty="0"/>
              <a:t> by principle </a:t>
            </a:r>
            <a:r>
              <a:rPr lang="en-ID" dirty="0" err="1"/>
              <a:t>yag</a:t>
            </a:r>
            <a:r>
              <a:rPr lang="en-ID" dirty="0"/>
              <a:t> discover as,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  <a:p>
            <a:pPr marL="0" indent="0">
              <a:buNone/>
            </a:pPr>
            <a:r>
              <a:rPr lang="en-ID" dirty="0"/>
              <a:t>10. trend </a:t>
            </a:r>
            <a:r>
              <a:rPr lang="en-ID" dirty="0" err="1"/>
              <a:t>mandays</a:t>
            </a:r>
            <a:r>
              <a:rPr lang="en-ID" dirty="0"/>
              <a:t> by region by  entity by </a:t>
            </a:r>
            <a:r>
              <a:rPr lang="en-ID" dirty="0" err="1"/>
              <a:t>kota</a:t>
            </a:r>
            <a:r>
              <a:rPr lang="en-ID" dirty="0"/>
              <a:t> all principles by </a:t>
            </a:r>
            <a:r>
              <a:rPr lang="en-ID" dirty="0" err="1"/>
              <a:t>tl</a:t>
            </a:r>
            <a:r>
              <a:rPr lang="en-ID" dirty="0"/>
              <a:t>,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  <a:p>
            <a:pPr marL="0" indent="0">
              <a:buNone/>
            </a:pPr>
            <a:r>
              <a:rPr lang="en-ID" dirty="0"/>
              <a:t>11. trend </a:t>
            </a:r>
            <a:r>
              <a:rPr lang="en-ID" dirty="0" err="1"/>
              <a:t>mandays</a:t>
            </a:r>
            <a:r>
              <a:rPr lang="en-ID" dirty="0"/>
              <a:t> by region by  entity by </a:t>
            </a:r>
            <a:r>
              <a:rPr lang="en-ID" dirty="0" err="1"/>
              <a:t>kota</a:t>
            </a:r>
            <a:r>
              <a:rPr lang="en-ID" dirty="0"/>
              <a:t> all principles by </a:t>
            </a:r>
            <a:r>
              <a:rPr lang="en-ID" dirty="0" err="1"/>
              <a:t>tl</a:t>
            </a:r>
            <a:r>
              <a:rPr lang="en-ID" dirty="0"/>
              <a:t>, per orang </a:t>
            </a:r>
            <a:r>
              <a:rPr lang="en-ID" dirty="0" err="1"/>
              <a:t>jan</a:t>
            </a:r>
            <a:r>
              <a:rPr lang="en-ID" dirty="0"/>
              <a:t> – des (target vs actual).</a:t>
            </a:r>
          </a:p>
        </p:txBody>
      </p:sp>
    </p:spTree>
    <p:extLst>
      <p:ext uri="{BB962C8B-B14F-4D97-AF65-F5344CB8AC3E}">
        <p14:creationId xmlns:p14="http://schemas.microsoft.com/office/powerpoint/2010/main" val="177718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DA82-9A6A-A7EF-42A3-2DAF1495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Aplikasi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DAFE4-90B9-EBA8-C171-B15B22469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918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C6AA53-D311-6740-07D4-6BFA6B4E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SPG/MD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876F5A-8275-A37D-A3A3-E0E641B03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Attendance</a:t>
            </a:r>
          </a:p>
          <a:p>
            <a:r>
              <a:rPr lang="en-US" dirty="0"/>
              <a:t>Target HK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berjalan</a:t>
            </a:r>
            <a:endParaRPr lang="en-US" dirty="0"/>
          </a:p>
          <a:p>
            <a:r>
              <a:rPr lang="en-US" dirty="0"/>
              <a:t>Target HK </a:t>
            </a:r>
            <a:r>
              <a:rPr lang="en-US" dirty="0" err="1"/>
              <a:t>sesuai</a:t>
            </a:r>
            <a:r>
              <a:rPr lang="en-US" dirty="0"/>
              <a:t> running rate  (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persen</a:t>
            </a:r>
            <a:r>
              <a:rPr lang="en-US" dirty="0"/>
              <a:t> disbanding total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)</a:t>
            </a:r>
          </a:p>
          <a:p>
            <a:r>
              <a:rPr lang="en-US" dirty="0" err="1"/>
              <a:t>Jml</a:t>
            </a:r>
            <a:r>
              <a:rPr lang="en-US" dirty="0"/>
              <a:t>  </a:t>
            </a:r>
            <a:r>
              <a:rPr lang="en-US" dirty="0" err="1"/>
              <a:t>kehadiran</a:t>
            </a:r>
            <a:r>
              <a:rPr lang="en-US" dirty="0"/>
              <a:t> (dan </a:t>
            </a:r>
            <a:r>
              <a:rPr lang="en-US" dirty="0" err="1"/>
              <a:t>persentasi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)</a:t>
            </a:r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cuti</a:t>
            </a:r>
            <a:endParaRPr lang="en-US" dirty="0"/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(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Pesan</a:t>
            </a:r>
            <a:r>
              <a:rPr lang="en-US" dirty="0"/>
              <a:t> :</a:t>
            </a:r>
          </a:p>
          <a:p>
            <a:r>
              <a:rPr lang="en-US" dirty="0"/>
              <a:t>Dari TL</a:t>
            </a:r>
          </a:p>
          <a:p>
            <a:r>
              <a:rPr lang="en-US" dirty="0"/>
              <a:t>Dari </a:t>
            </a:r>
            <a:r>
              <a:rPr lang="en-US" dirty="0" err="1"/>
              <a:t>PUsat</a:t>
            </a: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159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D826-FA19-8E20-4668-9C006E7E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674DB-CF6B-B981-7945-45490D26C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Jml</a:t>
            </a:r>
            <a:r>
              <a:rPr lang="en-US" dirty="0"/>
              <a:t> Visit</a:t>
            </a:r>
          </a:p>
          <a:p>
            <a:r>
              <a:rPr lang="en-US" dirty="0"/>
              <a:t>Check in</a:t>
            </a:r>
          </a:p>
          <a:p>
            <a:r>
              <a:rPr lang="en-US" dirty="0"/>
              <a:t>Surat Sakit/Cuti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5353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57BEA-76E0-34C7-EA5C-BFA6A1A4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47C6-D3EE-45E4-EA52-64BEC523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(Draft)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A04BA-5214-114B-6281-16EDC9EFF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Oos</a:t>
            </a:r>
          </a:p>
          <a:p>
            <a:r>
              <a:rPr lang="en-US" dirty="0"/>
              <a:t>Plano</a:t>
            </a:r>
          </a:p>
          <a:p>
            <a:r>
              <a:rPr lang="en-US" dirty="0"/>
              <a:t>Promo</a:t>
            </a:r>
          </a:p>
        </p:txBody>
      </p:sp>
    </p:spTree>
    <p:extLst>
      <p:ext uri="{BB962C8B-B14F-4D97-AF65-F5344CB8AC3E}">
        <p14:creationId xmlns:p14="http://schemas.microsoft.com/office/powerpoint/2010/main" val="2867758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C5B7C-FFEE-B16C-ACB7-164C3677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Payslip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6EB78-FE7E-E64B-C1BD-6340113E8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0219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C905-2BC7-AA33-16CB-0FC391A2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FDAD7-0CAE-BFAE-D37F-3724B151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SPG/MD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6EAE84-2F90-CFF1-7844-7F0028F45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Attendance</a:t>
            </a:r>
          </a:p>
          <a:p>
            <a:r>
              <a:rPr lang="en-US" dirty="0"/>
              <a:t>Target HK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berjalan</a:t>
            </a:r>
            <a:endParaRPr lang="en-US" dirty="0"/>
          </a:p>
          <a:p>
            <a:r>
              <a:rPr lang="en-US" dirty="0"/>
              <a:t>Target HK </a:t>
            </a:r>
            <a:r>
              <a:rPr lang="en-US" dirty="0" err="1"/>
              <a:t>sesuai</a:t>
            </a:r>
            <a:r>
              <a:rPr lang="en-US" dirty="0"/>
              <a:t> running rate</a:t>
            </a:r>
          </a:p>
          <a:p>
            <a:r>
              <a:rPr lang="en-US" dirty="0" err="1"/>
              <a:t>Jml</a:t>
            </a:r>
            <a:r>
              <a:rPr lang="en-US" dirty="0"/>
              <a:t>  </a:t>
            </a:r>
            <a:r>
              <a:rPr lang="en-US" dirty="0" err="1"/>
              <a:t>kehadiran</a:t>
            </a:r>
            <a:r>
              <a:rPr lang="en-US" dirty="0"/>
              <a:t> (dan </a:t>
            </a:r>
            <a:r>
              <a:rPr lang="en-US" dirty="0" err="1"/>
              <a:t>persentasi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)</a:t>
            </a:r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cuti</a:t>
            </a:r>
            <a:endParaRPr lang="en-US" dirty="0"/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(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Pesan</a:t>
            </a:r>
            <a:r>
              <a:rPr lang="en-US" dirty="0"/>
              <a:t> :</a:t>
            </a:r>
          </a:p>
          <a:p>
            <a:r>
              <a:rPr lang="en-US" dirty="0"/>
              <a:t>Dari TL</a:t>
            </a:r>
          </a:p>
          <a:p>
            <a:r>
              <a:rPr lang="en-US" dirty="0"/>
              <a:t>Dari </a:t>
            </a:r>
            <a:r>
              <a:rPr lang="en-US" dirty="0" err="1"/>
              <a:t>PUsat</a:t>
            </a: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7040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9FE28-0C55-DA7A-D060-E4F29702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27E5B3-933D-DAB1-7297-66359773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TL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116D5D-2332-562B-0A15-5C3E4395C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604" y="2020497"/>
            <a:ext cx="598232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Attendance</a:t>
            </a:r>
          </a:p>
          <a:p>
            <a:r>
              <a:rPr lang="en-US" dirty="0"/>
              <a:t>Target HK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berjalan</a:t>
            </a:r>
            <a:endParaRPr lang="en-US" dirty="0"/>
          </a:p>
          <a:p>
            <a:r>
              <a:rPr lang="en-US" dirty="0"/>
              <a:t>Target HK </a:t>
            </a:r>
            <a:r>
              <a:rPr lang="en-US" dirty="0" err="1"/>
              <a:t>sesuai</a:t>
            </a:r>
            <a:r>
              <a:rPr lang="en-US" dirty="0"/>
              <a:t> running rate : (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persen</a:t>
            </a:r>
            <a:r>
              <a:rPr lang="en-US" dirty="0"/>
              <a:t> disbanding total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)</a:t>
            </a:r>
          </a:p>
          <a:p>
            <a:r>
              <a:rPr lang="en-US" dirty="0" err="1"/>
              <a:t>Jml</a:t>
            </a:r>
            <a:r>
              <a:rPr lang="en-US" dirty="0"/>
              <a:t>  </a:t>
            </a:r>
            <a:r>
              <a:rPr lang="en-US" dirty="0" err="1"/>
              <a:t>kehadiran</a:t>
            </a:r>
            <a:r>
              <a:rPr lang="en-US" dirty="0"/>
              <a:t> (dan </a:t>
            </a:r>
            <a:r>
              <a:rPr lang="en-US" dirty="0" err="1"/>
              <a:t>persentasi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)</a:t>
            </a:r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cuti</a:t>
            </a:r>
            <a:endParaRPr lang="en-US" dirty="0"/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(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kehadiran</a:t>
            </a:r>
            <a:r>
              <a:rPr lang="en-US" dirty="0"/>
              <a:t>)</a:t>
            </a:r>
          </a:p>
          <a:p>
            <a:endParaRPr lang="en-ID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FD98D9A6-A496-8895-A547-3F6C1606A854}"/>
              </a:ext>
            </a:extLst>
          </p:cNvPr>
          <p:cNvSpPr txBox="1">
            <a:spLocks/>
          </p:cNvSpPr>
          <p:nvPr/>
        </p:nvSpPr>
        <p:spPr>
          <a:xfrm>
            <a:off x="6117236" y="2097947"/>
            <a:ext cx="59823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Attendance Team</a:t>
            </a:r>
          </a:p>
          <a:p>
            <a:r>
              <a:rPr lang="en-US" dirty="0" err="1"/>
              <a:t>Jml</a:t>
            </a:r>
            <a:r>
              <a:rPr lang="en-US" dirty="0"/>
              <a:t> team: …</a:t>
            </a:r>
          </a:p>
          <a:p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yang </a:t>
            </a:r>
            <a:r>
              <a:rPr lang="en-US" dirty="0" err="1"/>
              <a:t>sdh</a:t>
            </a:r>
            <a:r>
              <a:rPr lang="en-US" dirty="0"/>
              <a:t> </a:t>
            </a:r>
            <a:r>
              <a:rPr lang="en-US" dirty="0" err="1"/>
              <a:t>absen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r>
              <a:rPr lang="en-US" dirty="0" err="1"/>
              <a:t>Berapa</a:t>
            </a:r>
            <a:r>
              <a:rPr lang="en-US" dirty="0"/>
              <a:t> yang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  <a:p>
            <a:r>
              <a:rPr lang="en-US" dirty="0" err="1"/>
              <a:t>Berapa</a:t>
            </a:r>
            <a:r>
              <a:rPr lang="en-US" dirty="0"/>
              <a:t> yang </a:t>
            </a:r>
            <a:r>
              <a:rPr lang="en-US" dirty="0" err="1"/>
              <a:t>cuti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  <a:p>
            <a:r>
              <a:rPr lang="en-US" dirty="0" err="1"/>
              <a:t>Berapa</a:t>
            </a:r>
            <a:r>
              <a:rPr lang="en-US" dirty="0"/>
              <a:t> yang vacant </a:t>
            </a:r>
            <a:r>
              <a:rPr lang="en-US" dirty="0" err="1"/>
              <a:t>hr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(</a:t>
            </a:r>
            <a:r>
              <a:rPr lang="en-US" dirty="0" err="1"/>
              <a:t>sdh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lama)</a:t>
            </a:r>
          </a:p>
          <a:p>
            <a:r>
              <a:rPr lang="en-US" dirty="0"/>
              <a:t>Total target </a:t>
            </a:r>
            <a:r>
              <a:rPr lang="en-US" dirty="0" err="1"/>
              <a:t>mandays</a:t>
            </a:r>
            <a:r>
              <a:rPr lang="en-US" dirty="0"/>
              <a:t> team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berapa</a:t>
            </a:r>
            <a:endParaRPr lang="en-US" dirty="0"/>
          </a:p>
          <a:p>
            <a:r>
              <a:rPr lang="en-US" dirty="0"/>
              <a:t>Target month to date: (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persen</a:t>
            </a:r>
            <a:r>
              <a:rPr lang="en-US" dirty="0"/>
              <a:t> disbanding total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)</a:t>
            </a:r>
          </a:p>
          <a:p>
            <a:r>
              <a:rPr lang="en-US" dirty="0" err="1"/>
              <a:t>Jml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total  team yang </a:t>
            </a:r>
            <a:r>
              <a:rPr lang="en-US" dirty="0" err="1"/>
              <a:t>berjalan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? (</a:t>
            </a:r>
            <a:r>
              <a:rPr lang="en-US" dirty="0" err="1"/>
              <a:t>persentasinya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76299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8DF3-DBFB-C9C5-F3D7-DB6301E28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E072-189D-6721-1B62-3863CB3A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0591D-9C40-7BD5-9B35-BB32A93CB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Jml</a:t>
            </a:r>
            <a:r>
              <a:rPr lang="en-US" dirty="0"/>
              <a:t> Visit</a:t>
            </a:r>
          </a:p>
          <a:p>
            <a:r>
              <a:rPr lang="en-US" dirty="0"/>
              <a:t>Check in</a:t>
            </a:r>
          </a:p>
          <a:p>
            <a:r>
              <a:rPr lang="en-US" dirty="0"/>
              <a:t>Surat Sakit/Cuti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98180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0600-3619-E1BD-2E99-F686BBF1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2035-8640-55FA-E1CA-8EA51F3E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Payslip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CA234-B672-09E6-BAAE-FE29548FF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60801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790</Words>
  <Application>Microsoft Office PowerPoint</Application>
  <PresentationFormat>Widescreen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Website super admin</vt:lpstr>
      <vt:lpstr>ABSENSI</vt:lpstr>
      <vt:lpstr>Web Content</vt:lpstr>
      <vt:lpstr>No of People</vt:lpstr>
      <vt:lpstr>Turn Over</vt:lpstr>
      <vt:lpstr>Mandays</vt:lpstr>
      <vt:lpstr>Aplikasi</vt:lpstr>
      <vt:lpstr>Dashboard SPG/MD</vt:lpstr>
      <vt:lpstr>Attendance</vt:lpstr>
      <vt:lpstr>REPORT (Draft)</vt:lpstr>
      <vt:lpstr>Payslip</vt:lpstr>
      <vt:lpstr>Dashboard SPG/MD</vt:lpstr>
      <vt:lpstr>Dashboard TL</vt:lpstr>
      <vt:lpstr>Attendance</vt:lpstr>
      <vt:lpstr>Payslip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 FRANCISCA</dc:creator>
  <cp:lastModifiedBy>Abdurrahman Jamil</cp:lastModifiedBy>
  <cp:revision>1</cp:revision>
  <dcterms:created xsi:type="dcterms:W3CDTF">2026-08-03T06:11:41Z</dcterms:created>
  <dcterms:modified xsi:type="dcterms:W3CDTF">2026-08-04T08:20:00Z</dcterms:modified>
</cp:coreProperties>
</file>